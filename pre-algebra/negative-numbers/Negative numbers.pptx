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D1B39-D76E-F9BB-E7DD-A4962AFF2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FDD9AA-B66F-2524-803E-6AB11330B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25A979-76C3-6D2B-7CE0-232DE206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7DB0847-92C6-4487-9EF6-B5DB578A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4216F83-0E57-74AD-F60C-C6E7C305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582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D69A6E-DF1D-7152-949A-67C5FCB6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C794150-69FD-D388-A7B2-921B826E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1751FF-BF10-199B-1DF5-34B0B5BC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2818122-C9AA-E152-FBEE-DBBF33341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E7C394E-5A4E-430D-86C4-9193D35D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923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837EC5-F291-2B2D-65F1-08E774EF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8E208FD-458A-5253-CA6E-49A255562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3713BBD-8CD9-29D8-701E-24760DD1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6260E7C-6E5D-537E-9BCF-85203F8B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8B482C9-74A4-626D-602B-BEA3B56F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004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48E20-E2A2-8F02-01CF-A75141FAA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B82674-C36A-8FB1-16D3-EB94425FF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4F662BD-245B-8EFD-E227-B18BEDF58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FE4BDAF-3620-6365-C619-8B60F411C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F3ECC4F-F4FA-B6F1-F661-544FC13B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E058631-D21C-28D3-3D6C-03A1A1A0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39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A47A5-9143-F20C-D5CF-B1A74AE5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843C257-4FA9-3360-FCEE-5C424CBBE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A5EB5A3-732A-9AF7-72C9-55FA2D72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EF0259B-1EC7-0A0B-55C2-44ED00D68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92C8C2A-9C12-A131-622C-5452132D5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5F98484-7BE4-353D-C9A3-79BD64652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72E65C4-44E8-BC23-B8DA-5210DCF3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715DFDC-F754-B727-68F1-DC1F2EDB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3353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F4AE27-25CD-0E1E-95CC-F5248E7E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0E375C6-7CE2-B30C-5225-C95E35781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2E5F438-838A-01D1-D9D1-BF56F138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AD9ED78-2DD1-2632-2D36-5F159A38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490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B3AC41F-96B4-4140-C460-6474F34A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D54BB9C-4909-A2CF-1872-9DA3E569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9EB568E-A9FF-2FA7-ADDD-57DE8FDB8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709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AFDD58-338E-7AF5-0487-BDB430153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48CD1C-ADA1-DD95-A12D-A1F3C5B97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EEB0EBD-3E2A-C148-1A2B-327503B61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DF42832-E4F1-6A0A-4EB3-F3402E61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3A36DE6-6EEA-6118-CE6F-75AFF01C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DF2F2-7F63-6C61-24EE-A21F12F2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041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FF123-19A2-78F9-CEA3-B90ACD4A4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A5A3314-7843-75C5-A422-BA55F9AFE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6855B3F-7C2E-5852-3F87-FE6D371D4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95BB479-4F7B-2809-FC06-6C5F3199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26C0A3-C5A5-5631-2738-A7D50FFF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DB0AC5D-59A4-46F2-9094-2DB3994A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574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0B4B6-E6F2-F1DA-C9DC-9A178730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4C4ABEF-F79E-0525-9C21-940E74BA9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F20FB9-EE6D-1C36-AE3A-024D958FE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701A78-28C6-9B5B-D45B-02238C4E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6584207-DC8F-EFF6-54DE-A437B46E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0726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22BC09A-332C-6AE7-8253-E76ACB5FE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53A44D2-01A6-D752-1A16-A9D1A9598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91674BE-15B5-1B9F-942A-A0861DB7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3BBCDB-4A25-68DE-D2E6-82ED8B93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505AF4-F66C-B24B-0599-08E2EA86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2734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D4F1571-3B2A-88E3-9034-D7FF74822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FBB3F6-F766-D41D-83AF-EC9B28EB5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A2586A5-5773-C58A-4635-8D81C55E8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EFE5D-D799-47DF-9AF1-97FEFDB55D73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EFA20A3-477B-F1CF-41B8-4E93EF834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21891BE-57F3-641D-492F-C949CD8D6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474D0-9C76-40BB-AF46-62A3820C148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1570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E40D2A-4F83-C747-EF34-AA066F7C23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/>
              <a:t>numbers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C1F1706-0B91-0B0B-B055-3ADBA424F1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8844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2)">
            <a:extLst>
              <a:ext uri="{FF2B5EF4-FFF2-40B4-BE49-F238E27FC236}">
                <a16:creationId xmlns:a16="http://schemas.microsoft.com/office/drawing/2014/main" id="{D14879EC-3CA8-CF2C-0A1C-B082375E6C3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950"/>
            <a:ext cx="1219200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7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3)">
            <a:extLst>
              <a:ext uri="{FF2B5EF4-FFF2-40B4-BE49-F238E27FC236}">
                <a16:creationId xmlns:a16="http://schemas.microsoft.com/office/drawing/2014/main" id="{AAE909E4-8B36-BD17-31EB-E3EEF67AFE5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713"/>
            <a:ext cx="12192000" cy="637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50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4)">
            <a:extLst>
              <a:ext uri="{FF2B5EF4-FFF2-40B4-BE49-F238E27FC236}">
                <a16:creationId xmlns:a16="http://schemas.microsoft.com/office/drawing/2014/main" id="{286F4984-5C27-572A-ADA1-5E7BB5197A3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8" y="0"/>
            <a:ext cx="11630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3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5)">
            <a:extLst>
              <a:ext uri="{FF2B5EF4-FFF2-40B4-BE49-F238E27FC236}">
                <a16:creationId xmlns:a16="http://schemas.microsoft.com/office/drawing/2014/main" id="{EDBDFC6C-7845-9849-16C5-E14194BD71A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0"/>
            <a:ext cx="10755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6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6)">
            <a:extLst>
              <a:ext uri="{FF2B5EF4-FFF2-40B4-BE49-F238E27FC236}">
                <a16:creationId xmlns:a16="http://schemas.microsoft.com/office/drawing/2014/main" id="{2FF24443-FC79-058B-D8A2-C26788F34A0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" y="0"/>
            <a:ext cx="11263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1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797)">
            <a:extLst>
              <a:ext uri="{FF2B5EF4-FFF2-40B4-BE49-F238E27FC236}">
                <a16:creationId xmlns:a16="http://schemas.microsoft.com/office/drawing/2014/main" id="{B4ABA2C2-7D55-A836-BC7C-4F446093AC1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0"/>
            <a:ext cx="11771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41468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Breedbeeld</PresentationFormat>
  <Paragraphs>2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Kantoorthema</vt:lpstr>
      <vt:lpstr>Negative numbers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3</cp:revision>
  <dcterms:created xsi:type="dcterms:W3CDTF">2026-05-15T16:02:15Z</dcterms:created>
  <dcterms:modified xsi:type="dcterms:W3CDTF">2026-07-17T16:48:02Z</dcterms:modified>
</cp:coreProperties>
</file>
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269" r:id="rId26"/>
    <p:sldId id="275" r:id="rId27"/>
    <p:sldId id="304" r:id="rId28"/>
    <p:sldId id="303" r:id="rId29"/>
  </p:sldIdLst>
  <p:sldSz cx="12192000" cy="6858000"/>
  <p:notesSz cx="6858000" cy="9144000"/>
  <p:photoAlbum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0:53:56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24575,'1'0'0,"1"0"0,0 1 0,-1-1 0,1 0 0,0 1 0,-1 0 0,1-1 0,-1 1 0,1 0 0,-1 0 0,0 0 0,1-1 0,-1 2 0,0-1 0,1 0 0,0 2 0,20 25 0,-11-12 0,1 0 0,-1 1 0,-1 0 0,0 0 0,-1 1 0,-1 0 0,-1 0 0,0 1 0,-1 0 0,-2 0 0,0 1 0,0-1 0,-2 1 0,-1 0 0,0 0 0,-5 39 0,2-49 0,0 0 0,-1 0 0,-1-1 0,0 1 0,0-1 0,-1 1 0,0-1 0,0-1 0,-1 1 0,0-1 0,-8 8 0,-17 26 0,15-18-1365,-1-2-5461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0:55:51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791 0 24575,'-7'12'0,"0"0"0,-18 21 0,-4 7 0,-118 236-653,126-233 697,-47 110-72,-23 44 564,18-50-425,-16 28-121,70-141 10,-40 63 0,38-66 0,0 0 0,2 1 0,2 1 0,-19 49 0,26-56 0,2 2 0,1-1 0,1 1 0,2 0 0,1 0 0,0 42 0,3 21 0,6 143 0,-6-226 0,1-1 0,0 1 0,1-1 0,-1 1 0,2-1 0,-1 0 0,1 0 0,0 0 0,0 0 0,1 0 0,6 9 0,-2-7 0,-1-1 0,1 0 0,0-1 0,0 0 0,1 0 0,0-1 0,12 6 0,23 16 0,-33-20 0,1 0 0,1 0 0,-1-1 0,1-1 0,1 0 0,-1-1 0,16 4 0,24 3 0,-32-6 0,1-1 0,29 2 0,-44-6 0,1-1 0,-1 0 0,1-1 0,-1 0 0,1 0 0,-1 0 0,0-1 0,0 0 0,1-1 0,11-5 0,-7 1 0,-1-1 0,1 0 0,-2 0 0,1-1 0,-1-1 0,-1 0 0,0 0 0,0 0 0,14-24 0,-7 7 0,-2-1 0,0-1 0,11-35 0,-17 38 0,-1-1 0,-1 1 0,-2-1 0,2-36 0,-5 10 0,-6-67 0,2 90 0,-1 0 0,-9-31 0,10 49 0,-1 0 0,0 0 0,-1 0 0,-1 0 0,0 1 0,0 0 0,-11-15 0,-1 4 0,4 4 0,-1 1 0,-23-22 0,31 34 0,1 0 0,-1 1 0,1-1 0,-1 1 0,-1 1 0,1-1 0,0 1 0,-1 1 0,0-1 0,-12-2 0,-25 1 5,0 1 0,-76 5 0,34 0-1385,61-2-5446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5D1606-D2A9-9B48-8853-EB40799127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1C7C6C0-53C5-E060-D654-59A5B4C27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716CEC6-4DA3-2634-04B4-6D9FD26C3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E978-2CB6-4EE6-A907-D08FD84423FD}" type="datetimeFigureOut">
              <a:rPr lang="nl-NL" smtClean="0"/>
              <a:t>18-5-2026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B3A8378-01BD-5E1E-26D8-E7AFAB4D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C87119D-827F-E92F-DF9E-B6DCB6000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72C4-A4EC-42E1-88F7-5593F15C55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26058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F141F-96B1-D8EB-719A-01E00CD5E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77B2121-9A84-3A7B-E250-E094EBB8A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72EDC9-5612-D5D9-17E6-FD6D78660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E978-2CB6-4EE6-A907-D08FD84423FD}" type="datetimeFigureOut">
              <a:rPr lang="nl-NL" smtClean="0"/>
              <a:t>18-5-2026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C5D89FC-2CE3-6458-C1F4-6A0BBD55E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34E640F-A052-4FD2-E960-9B7988E7D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72C4-A4EC-42E1-88F7-5593F15C55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0976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D060A0-973D-A423-D865-4A331B333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7B05719-6812-929D-66E1-985364D09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F960944-A30D-1DCD-2107-35A5FE6A4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E978-2CB6-4EE6-A907-D08FD84423FD}" type="datetimeFigureOut">
              <a:rPr lang="nl-NL" smtClean="0"/>
              <a:t>18-5-2026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9D263D2-DDF7-BDE4-4ECC-F826541CA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706E491-BB88-44E2-662C-D795AAF2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72C4-A4EC-42E1-88F7-5593F15C55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55215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55A37E-099A-7BC9-F0AA-E5C19144B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22AE3C3-95C9-0355-AFA1-4BDD906421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B7E6563-EE0E-0134-F2D1-1E218F1F1C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59E9F9B-4069-4FE8-AE77-A424365C7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E978-2CB6-4EE6-A907-D08FD84423FD}" type="datetimeFigureOut">
              <a:rPr lang="nl-NL" smtClean="0"/>
              <a:t>18-5-2026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B1BF32B-F37F-E483-6B4E-92AABCE7F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EDA3183-7703-E0D2-925D-1BAD70E03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72C4-A4EC-42E1-88F7-5593F15C55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7050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28CBDB-35B6-46B8-E8BA-2C2B7557B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A3ECD6B-FE4B-16AA-95A1-CE3EEDA06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FD14F26-7FFA-9491-5FC0-64DDB3F47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22168FE8-4CF3-9653-97B3-3C3487115A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DE1B176-9AEE-B1B9-4D05-9E2EA3347D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84AA6BB9-20E1-BED5-4721-FB2AE78E6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E978-2CB6-4EE6-A907-D08FD84423FD}" type="datetimeFigureOut">
              <a:rPr lang="nl-NL" smtClean="0"/>
              <a:t>18-5-2026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0A7DE669-C9AB-EC16-BD1E-0041B99A7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20430C53-1FEC-2B9A-8C16-BB1BA75E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72C4-A4EC-42E1-88F7-5593F15C55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0884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CDD653-1963-375E-D96E-1C5A4B094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B7CA3B8-6ED6-B0EC-BF49-301440F7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E978-2CB6-4EE6-A907-D08FD84423FD}" type="datetimeFigureOut">
              <a:rPr lang="nl-NL" smtClean="0"/>
              <a:t>18-5-2026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F45CF7E-7026-17B1-FFE4-0703C9205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2C8E94C-8178-C059-171B-3B60CD4BA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72C4-A4EC-42E1-88F7-5593F15C55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0709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3594A94B-6355-92DA-B658-5935832A0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E978-2CB6-4EE6-A907-D08FD84423FD}" type="datetimeFigureOut">
              <a:rPr lang="nl-NL" smtClean="0"/>
              <a:t>18-5-2026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40C093E-2379-3494-A398-C0D7DB9DD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6686400-A5CC-F123-E4FA-B10A39D67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72C4-A4EC-42E1-88F7-5593F15C55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42493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B4A130-5BD9-9846-E5E5-BB7BC5CCB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74CB09C-7C6C-5E5E-1328-53A634C9E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E199DE7-C101-0F45-67A3-1AC526B145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3A60891-1754-E60A-D3F7-72D6A67B0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E978-2CB6-4EE6-A907-D08FD84423FD}" type="datetimeFigureOut">
              <a:rPr lang="nl-NL" smtClean="0"/>
              <a:t>18-5-2026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B1AAB23-7915-B2C0-1CA6-E46032F14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D99AAAA-9EF2-DE8A-870F-74FAF7075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72C4-A4EC-42E1-88F7-5593F15C55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5276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308615-8012-5BBA-DA82-C28BD266A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21838C6-B311-CC60-5325-0920BB4BAE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7CF0218-D6B3-DEF3-E0CF-30D55005D2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631B5A6-C59B-9BBF-1BEE-40D8D4F35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E978-2CB6-4EE6-A907-D08FD84423FD}" type="datetimeFigureOut">
              <a:rPr lang="nl-NL" smtClean="0"/>
              <a:t>18-5-2026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75CAA19-E23A-C7BE-2155-43C50CDA0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0B56C1C-A67A-B9CC-D89A-488327423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72C4-A4EC-42E1-88F7-5593F15C55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34079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FC11B2-10FA-6D30-35E3-53578934A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D4E1C14-35C6-660C-C7EC-098A46AD2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F96DD17-1550-B669-8C49-A40D1EA0A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E978-2CB6-4EE6-A907-D08FD84423FD}" type="datetimeFigureOut">
              <a:rPr lang="nl-NL" smtClean="0"/>
              <a:t>18-5-2026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E2D40A2-0C16-A621-3930-E342422A9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89596ED-2203-EF28-3F1B-447C01486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72C4-A4EC-42E1-88F7-5593F15C55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28023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73D825EE-573A-4D25-769E-DEE0087B9C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595733EA-E839-C38C-178A-8DC1A4760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679B981-482C-C0EC-360A-66846D189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E978-2CB6-4EE6-A907-D08FD84423FD}" type="datetimeFigureOut">
              <a:rPr lang="nl-NL" smtClean="0"/>
              <a:t>18-5-2026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D9DD6B2-E7BD-4A0C-82EF-4463CB719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D370733-CC97-7ABC-FE21-CEF2D3DA0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72C4-A4EC-42E1-88F7-5593F15C55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68877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BC678496-4149-C99E-466C-F679236F5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5B5E027-91A6-A206-745C-9827C5FBB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F9CE11F-D762-656D-50C5-82428FC34F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60E978-2CB6-4EE6-A907-D08FD84423FD}" type="datetimeFigureOut">
              <a:rPr lang="nl-NL" smtClean="0"/>
              <a:t>18-5-2026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4057A97-D6F2-D010-8A64-5FA3A658F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9F853F3-0E61-B6A7-E540-EBA59719E2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D872C4-A4EC-42E1-88F7-5593F15C55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824480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5C5B1-4F15-8E9D-BA8C-7A68D3379F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“</a:t>
            </a:r>
            <a:r>
              <a:rPr lang="nl-NL" dirty="0" err="1"/>
              <a:t>Tail</a:t>
            </a:r>
            <a:r>
              <a:rPr lang="nl-NL" dirty="0"/>
              <a:t> </a:t>
            </a:r>
            <a:r>
              <a:rPr lang="nl-NL" dirty="0" err="1"/>
              <a:t>division</a:t>
            </a:r>
            <a:r>
              <a:rPr lang="nl-NL" dirty="0"/>
              <a:t>” (long </a:t>
            </a:r>
            <a:r>
              <a:rPr lang="nl-NL" dirty="0" err="1"/>
              <a:t>division</a:t>
            </a:r>
            <a:r>
              <a:rPr lang="nl-NL" dirty="0"/>
              <a:t>)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08899BC-3AE0-E7F5-C87C-5B122209A0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Hurles</a:t>
            </a:r>
            <a:endParaRPr lang="nl-NL" dirty="0"/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9934BB90-D0D5-95A2-FAC5-4C3D424F2859}"/>
              </a:ext>
            </a:extLst>
          </p:cNvPr>
          <p:cNvSpPr/>
          <p:nvPr/>
        </p:nvSpPr>
        <p:spPr>
          <a:xfrm>
            <a:off x="10405924" y="2586633"/>
            <a:ext cx="98135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nl-NL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V2</a:t>
            </a:r>
          </a:p>
        </p:txBody>
      </p:sp>
    </p:spTree>
    <p:extLst>
      <p:ext uri="{BB962C8B-B14F-4D97-AF65-F5344CB8AC3E}">
        <p14:creationId xmlns:p14="http://schemas.microsoft.com/office/powerpoint/2010/main" val="1574349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687)">
            <a:extLst>
              <a:ext uri="{FF2B5EF4-FFF2-40B4-BE49-F238E27FC236}">
                <a16:creationId xmlns:a16="http://schemas.microsoft.com/office/drawing/2014/main" id="{AFEA56E8-3276-C773-DFC9-1F0BDFCC9FA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9238"/>
            <a:ext cx="12192000" cy="635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394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688)">
            <a:extLst>
              <a:ext uri="{FF2B5EF4-FFF2-40B4-BE49-F238E27FC236}">
                <a16:creationId xmlns:a16="http://schemas.microsoft.com/office/drawing/2014/main" id="{0CCAA831-2ABE-13B9-991F-BAD3E1196CD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38" y="0"/>
            <a:ext cx="120221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847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693)">
            <a:extLst>
              <a:ext uri="{FF2B5EF4-FFF2-40B4-BE49-F238E27FC236}">
                <a16:creationId xmlns:a16="http://schemas.microsoft.com/office/drawing/2014/main" id="{BA2BDE1F-A40D-AAE9-5250-0A6E198DEA3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3525"/>
            <a:ext cx="12192000" cy="632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925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04)">
            <a:extLst>
              <a:ext uri="{FF2B5EF4-FFF2-40B4-BE49-F238E27FC236}">
                <a16:creationId xmlns:a16="http://schemas.microsoft.com/office/drawing/2014/main" id="{1BA0175F-7DFA-601E-E673-7DDE468A8D9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163" y="0"/>
            <a:ext cx="106060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486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05)">
            <a:extLst>
              <a:ext uri="{FF2B5EF4-FFF2-40B4-BE49-F238E27FC236}">
                <a16:creationId xmlns:a16="http://schemas.microsoft.com/office/drawing/2014/main" id="{E459AB6F-B254-4F49-8F54-E651D184881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688" y="0"/>
            <a:ext cx="10334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368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06)">
            <a:extLst>
              <a:ext uri="{FF2B5EF4-FFF2-40B4-BE49-F238E27FC236}">
                <a16:creationId xmlns:a16="http://schemas.microsoft.com/office/drawing/2014/main" id="{56E6BC4B-4FB0-1DD0-F888-ACD589883EE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0"/>
            <a:ext cx="109347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920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08)">
            <a:extLst>
              <a:ext uri="{FF2B5EF4-FFF2-40B4-BE49-F238E27FC236}">
                <a16:creationId xmlns:a16="http://schemas.microsoft.com/office/drawing/2014/main" id="{BAF89C2E-684E-8556-FDFD-849B0BE0A03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75" y="0"/>
            <a:ext cx="11422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864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09)">
            <a:extLst>
              <a:ext uri="{FF2B5EF4-FFF2-40B4-BE49-F238E27FC236}">
                <a16:creationId xmlns:a16="http://schemas.microsoft.com/office/drawing/2014/main" id="{389EB2D7-4AC6-7470-9EBE-844F423C093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8938"/>
            <a:ext cx="12192000" cy="354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75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11)">
            <a:extLst>
              <a:ext uri="{FF2B5EF4-FFF2-40B4-BE49-F238E27FC236}">
                <a16:creationId xmlns:a16="http://schemas.microsoft.com/office/drawing/2014/main" id="{6FE342A0-C07F-5EFC-F6C6-28620943EA7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638" y="0"/>
            <a:ext cx="98647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435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13)">
            <a:extLst>
              <a:ext uri="{FF2B5EF4-FFF2-40B4-BE49-F238E27FC236}">
                <a16:creationId xmlns:a16="http://schemas.microsoft.com/office/drawing/2014/main" id="{7DD10C51-76F4-80C4-9AEC-22A1CEA6582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0"/>
            <a:ext cx="115379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729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14)">
            <a:extLst>
              <a:ext uri="{FF2B5EF4-FFF2-40B4-BE49-F238E27FC236}">
                <a16:creationId xmlns:a16="http://schemas.microsoft.com/office/drawing/2014/main" id="{D00E4E22-DCEC-EE37-ED8E-42107D63A4A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063" y="0"/>
            <a:ext cx="99202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181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15)">
            <a:extLst>
              <a:ext uri="{FF2B5EF4-FFF2-40B4-BE49-F238E27FC236}">
                <a16:creationId xmlns:a16="http://schemas.microsoft.com/office/drawing/2014/main" id="{209170C7-BB62-935A-5EF5-17F8AD4C34D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7013"/>
            <a:ext cx="12192000" cy="640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124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16)">
            <a:extLst>
              <a:ext uri="{FF2B5EF4-FFF2-40B4-BE49-F238E27FC236}">
                <a16:creationId xmlns:a16="http://schemas.microsoft.com/office/drawing/2014/main" id="{E09ACEDA-BDB8-6E5A-DF79-85D024DFB2C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63" y="0"/>
            <a:ext cx="112680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674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18)">
            <a:extLst>
              <a:ext uri="{FF2B5EF4-FFF2-40B4-BE49-F238E27FC236}">
                <a16:creationId xmlns:a16="http://schemas.microsoft.com/office/drawing/2014/main" id="{C8C61213-54A8-1D3D-F17F-22B3C5D1078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263"/>
            <a:ext cx="12192000" cy="646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303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19)">
            <a:extLst>
              <a:ext uri="{FF2B5EF4-FFF2-40B4-BE49-F238E27FC236}">
                <a16:creationId xmlns:a16="http://schemas.microsoft.com/office/drawing/2014/main" id="{A471BC2F-A37C-BF2E-D9D2-9C1D7098158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3" y="0"/>
            <a:ext cx="119919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631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20)">
            <a:extLst>
              <a:ext uri="{FF2B5EF4-FFF2-40B4-BE49-F238E27FC236}">
                <a16:creationId xmlns:a16="http://schemas.microsoft.com/office/drawing/2014/main" id="{B463B30C-2F13-5DB5-2A0F-741D464B1F1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88"/>
            <a:ext cx="12192000" cy="680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131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21)">
            <a:extLst>
              <a:ext uri="{FF2B5EF4-FFF2-40B4-BE49-F238E27FC236}">
                <a16:creationId xmlns:a16="http://schemas.microsoft.com/office/drawing/2014/main" id="{90D194E3-4460-C441-5959-77CA3C8C103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325"/>
            <a:ext cx="12192000" cy="673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726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22)">
            <a:extLst>
              <a:ext uri="{FF2B5EF4-FFF2-40B4-BE49-F238E27FC236}">
                <a16:creationId xmlns:a16="http://schemas.microsoft.com/office/drawing/2014/main" id="{777B71C5-EC6D-9CBB-DBED-BE0A694E64F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3688"/>
            <a:ext cx="12192000" cy="627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630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23)">
            <a:extLst>
              <a:ext uri="{FF2B5EF4-FFF2-40B4-BE49-F238E27FC236}">
                <a16:creationId xmlns:a16="http://schemas.microsoft.com/office/drawing/2014/main" id="{43402D8F-A9A5-355B-CE59-886CEA683DA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0"/>
            <a:ext cx="98790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1103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24)">
            <a:extLst>
              <a:ext uri="{FF2B5EF4-FFF2-40B4-BE49-F238E27FC236}">
                <a16:creationId xmlns:a16="http://schemas.microsoft.com/office/drawing/2014/main" id="{14274712-0B38-0767-92F9-0D89E63F775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75" y="0"/>
            <a:ext cx="5683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884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25)">
            <a:extLst>
              <a:ext uri="{FF2B5EF4-FFF2-40B4-BE49-F238E27FC236}">
                <a16:creationId xmlns:a16="http://schemas.microsoft.com/office/drawing/2014/main" id="{E9C27BC0-5213-37F0-1BBE-4169E4DA108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4788"/>
            <a:ext cx="12192000" cy="64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3206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26)">
            <a:extLst>
              <a:ext uri="{FF2B5EF4-FFF2-40B4-BE49-F238E27FC236}">
                <a16:creationId xmlns:a16="http://schemas.microsoft.com/office/drawing/2014/main" id="{4834F114-B828-0870-C5AF-5F4B24F75D8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38" y="0"/>
            <a:ext cx="116935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0220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27)">
            <a:extLst>
              <a:ext uri="{FF2B5EF4-FFF2-40B4-BE49-F238E27FC236}">
                <a16:creationId xmlns:a16="http://schemas.microsoft.com/office/drawing/2014/main" id="{DB005EEF-3025-A9F5-1E01-07D7B09B272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25" y="0"/>
            <a:ext cx="11891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5644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t 3">
                <a:extLst>
                  <a:ext uri="{FF2B5EF4-FFF2-40B4-BE49-F238E27FC236}">
                    <a16:creationId xmlns:a16="http://schemas.microsoft.com/office/drawing/2014/main" id="{CEB30CEF-1301-1AB5-5890-62264C5DF1C1}"/>
                  </a:ext>
                </a:extLst>
              </p14:cNvPr>
              <p14:cNvContentPartPr/>
              <p14:nvPr/>
            </p14:nvContentPartPr>
            <p14:xfrm>
              <a:off x="3243617" y="6476640"/>
              <a:ext cx="56160" cy="216360"/>
            </p14:xfrm>
          </p:contentPart>
        </mc:Choice>
        <mc:Fallback xmlns="">
          <p:pic>
            <p:nvPicPr>
              <p:cNvPr id="4" name="Inkt 3">
                <a:extLst>
                  <a:ext uri="{FF2B5EF4-FFF2-40B4-BE49-F238E27FC236}">
                    <a16:creationId xmlns:a16="http://schemas.microsoft.com/office/drawing/2014/main" id="{CEB30CEF-1301-1AB5-5890-62264C5DF1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37497" y="6470520"/>
                <a:ext cx="68400" cy="228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kstvak 1">
            <a:extLst>
              <a:ext uri="{FF2B5EF4-FFF2-40B4-BE49-F238E27FC236}">
                <a16:creationId xmlns:a16="http://schemas.microsoft.com/office/drawing/2014/main" id="{A7B65A1C-0F4C-84EC-D74C-24E34B9FF15E}"/>
              </a:ext>
            </a:extLst>
          </p:cNvPr>
          <p:cNvSpPr txBox="1"/>
          <p:nvPr/>
        </p:nvSpPr>
        <p:spPr>
          <a:xfrm>
            <a:off x="1861456" y="315504"/>
            <a:ext cx="694508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6600" b="1" dirty="0" err="1"/>
              <a:t>Revision</a:t>
            </a:r>
            <a:r>
              <a:rPr lang="nl-NL" sz="6600" b="1" dirty="0"/>
              <a:t>!! 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90ADC4AC-FD6D-20BA-A6AE-5B94B543AA6B}"/>
              </a:ext>
            </a:extLst>
          </p:cNvPr>
          <p:cNvSpPr txBox="1"/>
          <p:nvPr/>
        </p:nvSpPr>
        <p:spPr>
          <a:xfrm>
            <a:off x="1099457" y="1730647"/>
            <a:ext cx="9906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4800" dirty="0" err="1"/>
              <a:t>There</a:t>
            </a:r>
            <a:r>
              <a:rPr lang="nl-NL" sz="4800" dirty="0"/>
              <a:t> </a:t>
            </a:r>
            <a:r>
              <a:rPr lang="nl-NL" sz="4800" dirty="0" err="1"/>
              <a:t>seemed</a:t>
            </a:r>
            <a:r>
              <a:rPr lang="nl-NL" sz="4800" dirty="0"/>
              <a:t> </a:t>
            </a:r>
            <a:r>
              <a:rPr lang="nl-NL" sz="4800" dirty="0" err="1"/>
              <a:t>to</a:t>
            </a:r>
            <a:r>
              <a:rPr lang="nl-NL" sz="4800" dirty="0"/>
              <a:t> have been a gap in </a:t>
            </a:r>
            <a:r>
              <a:rPr lang="nl-NL" sz="4800" dirty="0" err="1"/>
              <a:t>this</a:t>
            </a:r>
            <a:r>
              <a:rPr lang="nl-NL" sz="4800" dirty="0"/>
              <a:t> </a:t>
            </a:r>
            <a:r>
              <a:rPr lang="nl-NL" sz="4800" dirty="0" err="1"/>
              <a:t>tail</a:t>
            </a:r>
            <a:r>
              <a:rPr lang="nl-NL" sz="4800" dirty="0"/>
              <a:t> </a:t>
            </a:r>
            <a:r>
              <a:rPr lang="nl-NL" sz="4800" dirty="0" err="1"/>
              <a:t>division</a:t>
            </a:r>
            <a:r>
              <a:rPr lang="nl-NL" sz="4800" dirty="0"/>
              <a:t> </a:t>
            </a:r>
            <a:r>
              <a:rPr lang="nl-NL" sz="4800" dirty="0" err="1"/>
              <a:t>method</a:t>
            </a:r>
            <a:r>
              <a:rPr lang="nl-NL" sz="4800" dirty="0"/>
              <a:t> </a:t>
            </a:r>
            <a:r>
              <a:rPr lang="nl-NL" sz="4800" dirty="0" err="1"/>
              <a:t>caused</a:t>
            </a:r>
            <a:r>
              <a:rPr lang="nl-NL" sz="4800" dirty="0"/>
              <a:t> </a:t>
            </a:r>
            <a:r>
              <a:rPr lang="nl-NL" sz="4800" dirty="0" err="1"/>
              <a:t>by</a:t>
            </a:r>
            <a:r>
              <a:rPr lang="nl-NL" sz="4800" dirty="0"/>
              <a:t> </a:t>
            </a:r>
            <a:r>
              <a:rPr lang="nl-NL" sz="4800" dirty="0" err="1"/>
              <a:t>the</a:t>
            </a:r>
            <a:r>
              <a:rPr lang="nl-NL" sz="4800" dirty="0"/>
              <a:t> </a:t>
            </a:r>
            <a:r>
              <a:rPr lang="nl-NL" sz="4800" dirty="0" err="1"/>
              <a:t>number</a:t>
            </a:r>
            <a:r>
              <a:rPr lang="nl-NL" sz="4800" dirty="0"/>
              <a:t> 0 (</a:t>
            </a:r>
            <a:r>
              <a:rPr lang="nl-NL" sz="4800" dirty="0" err="1"/>
              <a:t>if</a:t>
            </a:r>
            <a:r>
              <a:rPr lang="nl-NL" sz="4800" dirty="0"/>
              <a:t> </a:t>
            </a:r>
            <a:r>
              <a:rPr lang="nl-NL" sz="4800" dirty="0" err="1"/>
              <a:t>the</a:t>
            </a:r>
            <a:r>
              <a:rPr lang="nl-NL" sz="4800" dirty="0"/>
              <a:t> </a:t>
            </a:r>
            <a:r>
              <a:rPr lang="nl-NL" sz="4800" dirty="0" err="1"/>
              <a:t>final</a:t>
            </a:r>
            <a:r>
              <a:rPr lang="nl-NL" sz="4800" dirty="0"/>
              <a:t> </a:t>
            </a:r>
            <a:r>
              <a:rPr lang="nl-NL" sz="4800" dirty="0" err="1"/>
              <a:t>answer</a:t>
            </a:r>
            <a:r>
              <a:rPr lang="nl-NL" sz="4800" dirty="0"/>
              <a:t> has a 0 in </a:t>
            </a:r>
            <a:r>
              <a:rPr lang="nl-NL" sz="4800" dirty="0" err="1"/>
              <a:t>it</a:t>
            </a:r>
            <a:r>
              <a:rPr lang="nl-NL" sz="4800" dirty="0"/>
              <a:t> </a:t>
            </a:r>
            <a:r>
              <a:rPr lang="nl-NL" sz="4800" dirty="0" err="1"/>
              <a:t>somewhere</a:t>
            </a:r>
            <a:r>
              <a:rPr lang="nl-NL" sz="4800" dirty="0"/>
              <a:t> like 3000/10 = 300 </a:t>
            </a:r>
            <a:r>
              <a:rPr lang="nl-NL" sz="4800" dirty="0" err="1"/>
              <a:t>which</a:t>
            </a:r>
            <a:r>
              <a:rPr lang="nl-NL" sz="4800" dirty="0"/>
              <a:t> has </a:t>
            </a:r>
            <a:r>
              <a:rPr lang="nl-NL" sz="4800" dirty="0" err="1"/>
              <a:t>two</a:t>
            </a:r>
            <a:r>
              <a:rPr lang="nl-NL" sz="4800" dirty="0"/>
              <a:t> </a:t>
            </a:r>
            <a:r>
              <a:rPr lang="nl-NL" sz="4800" dirty="0" err="1"/>
              <a:t>zeros</a:t>
            </a:r>
            <a:r>
              <a:rPr lang="nl-NL" sz="4800" dirty="0"/>
              <a:t> in </a:t>
            </a:r>
            <a:r>
              <a:rPr lang="nl-NL" sz="4800" dirty="0" err="1"/>
              <a:t>the</a:t>
            </a:r>
            <a:r>
              <a:rPr lang="nl-NL" sz="4800" dirty="0"/>
              <a:t> </a:t>
            </a:r>
            <a:r>
              <a:rPr lang="nl-NL" sz="4800" dirty="0" err="1"/>
              <a:t>final</a:t>
            </a:r>
            <a:r>
              <a:rPr lang="nl-NL" sz="4800" dirty="0"/>
              <a:t> </a:t>
            </a:r>
            <a:r>
              <a:rPr lang="nl-NL" sz="4800" dirty="0" err="1"/>
              <a:t>answer</a:t>
            </a:r>
            <a:r>
              <a:rPr lang="nl-NL" sz="4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897677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t 3">
                <a:extLst>
                  <a:ext uri="{FF2B5EF4-FFF2-40B4-BE49-F238E27FC236}">
                    <a16:creationId xmlns:a16="http://schemas.microsoft.com/office/drawing/2014/main" id="{18137476-85CF-0F21-1F8A-7DE8679A8B04}"/>
                  </a:ext>
                </a:extLst>
              </p14:cNvPr>
              <p14:cNvContentPartPr/>
              <p14:nvPr/>
            </p14:nvContentPartPr>
            <p14:xfrm>
              <a:off x="6834257" y="664080"/>
              <a:ext cx="284760" cy="815400"/>
            </p14:xfrm>
          </p:contentPart>
        </mc:Choice>
        <mc:Fallback xmlns="">
          <p:pic>
            <p:nvPicPr>
              <p:cNvPr id="4" name="Inkt 3">
                <a:extLst>
                  <a:ext uri="{FF2B5EF4-FFF2-40B4-BE49-F238E27FC236}">
                    <a16:creationId xmlns:a16="http://schemas.microsoft.com/office/drawing/2014/main" id="{18137476-85CF-0F21-1F8A-7DE8679A8B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28137" y="657960"/>
                <a:ext cx="297000" cy="82764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kstvak 1">
            <a:extLst>
              <a:ext uri="{FF2B5EF4-FFF2-40B4-BE49-F238E27FC236}">
                <a16:creationId xmlns:a16="http://schemas.microsoft.com/office/drawing/2014/main" id="{CD93D334-84AD-947A-64B9-37B795D5DC9E}"/>
              </a:ext>
            </a:extLst>
          </p:cNvPr>
          <p:cNvSpPr txBox="1"/>
          <p:nvPr/>
        </p:nvSpPr>
        <p:spPr>
          <a:xfrm>
            <a:off x="1447799" y="217533"/>
            <a:ext cx="929640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6600" b="1" dirty="0"/>
              <a:t>THERE IS A FIX THO :D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7EE2F257-87DD-C577-2790-D4D3E9F3A7FA}"/>
              </a:ext>
            </a:extLst>
          </p:cNvPr>
          <p:cNvSpPr txBox="1"/>
          <p:nvPr/>
        </p:nvSpPr>
        <p:spPr>
          <a:xfrm>
            <a:off x="1284514" y="1071780"/>
            <a:ext cx="9906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dirty="0"/>
              <a:t>It is </a:t>
            </a:r>
            <a:r>
              <a:rPr lang="nl-NL" sz="3200" dirty="0" err="1"/>
              <a:t>quite</a:t>
            </a:r>
            <a:r>
              <a:rPr lang="nl-NL" sz="3200" dirty="0"/>
              <a:t> </a:t>
            </a:r>
            <a:r>
              <a:rPr lang="nl-NL" sz="3200" dirty="0" err="1"/>
              <a:t>complicated</a:t>
            </a:r>
            <a:r>
              <a:rPr lang="nl-NL" sz="3200" dirty="0"/>
              <a:t> but </a:t>
            </a:r>
            <a:r>
              <a:rPr lang="nl-NL" sz="3200" dirty="0" err="1"/>
              <a:t>basically</a:t>
            </a:r>
            <a:r>
              <a:rPr lang="nl-NL" sz="3200" dirty="0"/>
              <a:t> </a:t>
            </a:r>
            <a:r>
              <a:rPr lang="nl-NL" sz="3200" dirty="0" err="1"/>
              <a:t>if</a:t>
            </a:r>
            <a:r>
              <a:rPr lang="nl-NL" sz="3200" dirty="0"/>
              <a:t> a </a:t>
            </a:r>
            <a:r>
              <a:rPr lang="nl-NL" sz="3200" dirty="0" err="1"/>
              <a:t>number</a:t>
            </a:r>
            <a:r>
              <a:rPr lang="nl-NL" sz="3200" dirty="0"/>
              <a:t> is </a:t>
            </a:r>
            <a:r>
              <a:rPr lang="nl-NL" sz="3200" dirty="0" err="1"/>
              <a:t>added</a:t>
            </a:r>
            <a:r>
              <a:rPr lang="nl-NL" sz="3200" dirty="0"/>
              <a:t> </a:t>
            </a:r>
            <a:r>
              <a:rPr lang="nl-NL" sz="3200" dirty="0" err="1"/>
              <a:t>from</a:t>
            </a:r>
            <a:r>
              <a:rPr lang="nl-NL" sz="3200" dirty="0"/>
              <a:t> </a:t>
            </a:r>
            <a:r>
              <a:rPr lang="nl-NL" sz="3200" dirty="0" err="1"/>
              <a:t>number</a:t>
            </a:r>
            <a:r>
              <a:rPr lang="nl-NL" sz="3200" dirty="0"/>
              <a:t> x in </a:t>
            </a:r>
            <a:r>
              <a:rPr lang="nl-NL" sz="3200" dirty="0" err="1"/>
              <a:t>the</a:t>
            </a:r>
            <a:r>
              <a:rPr lang="nl-NL" sz="3200" dirty="0"/>
              <a:t> /x\ </a:t>
            </a:r>
            <a:r>
              <a:rPr lang="nl-NL" sz="3200" dirty="0" err="1"/>
              <a:t>section</a:t>
            </a:r>
            <a:r>
              <a:rPr lang="nl-NL" sz="3200" dirty="0"/>
              <a:t> (</a:t>
            </a:r>
            <a:r>
              <a:rPr lang="nl-NL" sz="3200" dirty="0" err="1"/>
              <a:t>what</a:t>
            </a:r>
            <a:r>
              <a:rPr lang="nl-NL" sz="3200" dirty="0"/>
              <a:t> </a:t>
            </a:r>
            <a:r>
              <a:rPr lang="nl-NL" sz="3200" dirty="0" err="1"/>
              <a:t>you</a:t>
            </a:r>
            <a:r>
              <a:rPr lang="nl-NL" sz="3200" dirty="0"/>
              <a:t> are </a:t>
            </a:r>
            <a:r>
              <a:rPr lang="nl-NL" sz="3200" dirty="0" err="1"/>
              <a:t>tail</a:t>
            </a:r>
            <a:r>
              <a:rPr lang="nl-NL" sz="3200" dirty="0"/>
              <a:t> </a:t>
            </a:r>
            <a:r>
              <a:rPr lang="nl-NL" sz="3200" dirty="0" err="1"/>
              <a:t>dividing</a:t>
            </a:r>
            <a:r>
              <a:rPr lang="nl-NL" sz="3200" dirty="0"/>
              <a:t>), </a:t>
            </a:r>
            <a:r>
              <a:rPr lang="nl-NL" sz="3200" dirty="0" err="1"/>
              <a:t>then</a:t>
            </a:r>
            <a:r>
              <a:rPr lang="nl-NL" sz="3200" dirty="0"/>
              <a:t> </a:t>
            </a:r>
            <a:r>
              <a:rPr lang="nl-NL" sz="3200" dirty="0" err="1"/>
              <a:t>if</a:t>
            </a:r>
            <a:r>
              <a:rPr lang="nl-NL" sz="3200" dirty="0"/>
              <a:t> </a:t>
            </a:r>
            <a:r>
              <a:rPr lang="nl-NL" sz="3200" dirty="0" err="1"/>
              <a:t>the</a:t>
            </a:r>
            <a:r>
              <a:rPr lang="nl-NL" sz="3200" dirty="0"/>
              <a:t> </a:t>
            </a:r>
            <a:r>
              <a:rPr lang="nl-NL" sz="3200" dirty="0" err="1"/>
              <a:t>number</a:t>
            </a:r>
            <a:r>
              <a:rPr lang="nl-NL" sz="3200" dirty="0"/>
              <a:t> is smaller </a:t>
            </a:r>
            <a:r>
              <a:rPr lang="nl-NL" sz="3200" dirty="0" err="1"/>
              <a:t>than</a:t>
            </a:r>
            <a:r>
              <a:rPr lang="nl-NL" sz="3200" dirty="0"/>
              <a:t> </a:t>
            </a:r>
            <a:r>
              <a:rPr lang="nl-NL" sz="3200" dirty="0" err="1"/>
              <a:t>divisor</a:t>
            </a:r>
            <a:r>
              <a:rPr lang="nl-NL" sz="3200" dirty="0"/>
              <a:t> (like </a:t>
            </a:r>
            <a:r>
              <a:rPr lang="nl-NL" sz="3200" dirty="0" err="1"/>
              <a:t>youre</a:t>
            </a:r>
            <a:r>
              <a:rPr lang="nl-NL" sz="3200" dirty="0"/>
              <a:t> </a:t>
            </a:r>
            <a:r>
              <a:rPr lang="nl-NL" sz="3200" dirty="0" err="1"/>
              <a:t>dividing</a:t>
            </a:r>
            <a:r>
              <a:rPr lang="nl-NL" sz="3200" dirty="0"/>
              <a:t> </a:t>
            </a:r>
            <a:r>
              <a:rPr lang="nl-NL" sz="3200" dirty="0" err="1"/>
              <a:t>by</a:t>
            </a:r>
            <a:r>
              <a:rPr lang="nl-NL" sz="3200" dirty="0"/>
              <a:t> 3 </a:t>
            </a:r>
            <a:r>
              <a:rPr lang="nl-NL" sz="3200" dirty="0" err="1"/>
              <a:t>and</a:t>
            </a:r>
            <a:r>
              <a:rPr lang="nl-NL" sz="3200" dirty="0"/>
              <a:t> 1 is smaller </a:t>
            </a:r>
            <a:r>
              <a:rPr lang="nl-NL" sz="3200" dirty="0" err="1"/>
              <a:t>than</a:t>
            </a:r>
            <a:r>
              <a:rPr lang="nl-NL" sz="3200" dirty="0"/>
              <a:t> 3) </a:t>
            </a:r>
            <a:r>
              <a:rPr lang="nl-NL" sz="3200" dirty="0" err="1"/>
              <a:t>then</a:t>
            </a:r>
            <a:r>
              <a:rPr lang="nl-NL" sz="3200" dirty="0"/>
              <a:t> </a:t>
            </a:r>
            <a:r>
              <a:rPr lang="nl-NL" sz="3200" dirty="0" err="1"/>
              <a:t>add</a:t>
            </a:r>
            <a:r>
              <a:rPr lang="nl-NL" sz="3200" dirty="0"/>
              <a:t> 0.</a:t>
            </a:r>
            <a:br>
              <a:rPr lang="nl-NL" sz="3200" dirty="0"/>
            </a:br>
            <a:br>
              <a:rPr lang="nl-NL" sz="3200" dirty="0"/>
            </a:br>
            <a:r>
              <a:rPr lang="nl-NL" sz="3200" dirty="0"/>
              <a:t>BUT </a:t>
            </a:r>
            <a:r>
              <a:rPr lang="nl-NL" sz="3200" dirty="0" err="1"/>
              <a:t>if</a:t>
            </a:r>
            <a:r>
              <a:rPr lang="nl-NL" sz="3200" dirty="0"/>
              <a:t> </a:t>
            </a:r>
            <a:r>
              <a:rPr lang="nl-NL" sz="3200" dirty="0" err="1"/>
              <a:t>the</a:t>
            </a:r>
            <a:r>
              <a:rPr lang="nl-NL" sz="3200" dirty="0"/>
              <a:t> </a:t>
            </a:r>
            <a:r>
              <a:rPr lang="nl-NL" sz="3200" dirty="0" err="1"/>
              <a:t>number</a:t>
            </a:r>
            <a:r>
              <a:rPr lang="nl-NL" sz="3200" dirty="0"/>
              <a:t> </a:t>
            </a:r>
            <a:r>
              <a:rPr lang="nl-NL" sz="3200" dirty="0" err="1"/>
              <a:t>after</a:t>
            </a:r>
            <a:r>
              <a:rPr lang="nl-NL" sz="3200" dirty="0"/>
              <a:t> </a:t>
            </a:r>
            <a:r>
              <a:rPr lang="nl-NL" sz="3200" dirty="0" err="1"/>
              <a:t>having</a:t>
            </a:r>
            <a:r>
              <a:rPr lang="nl-NL" sz="3200" dirty="0"/>
              <a:t> </a:t>
            </a:r>
            <a:r>
              <a:rPr lang="nl-NL" sz="3200" dirty="0" err="1"/>
              <a:t>added</a:t>
            </a:r>
            <a:r>
              <a:rPr lang="nl-NL" sz="3200" dirty="0"/>
              <a:t> </a:t>
            </a:r>
            <a:r>
              <a:rPr lang="nl-NL" sz="3200" dirty="0" err="1"/>
              <a:t>every</a:t>
            </a:r>
            <a:r>
              <a:rPr lang="nl-NL" sz="3200" dirty="0"/>
              <a:t> </a:t>
            </a:r>
            <a:r>
              <a:rPr lang="nl-NL" sz="3200" dirty="0" err="1"/>
              <a:t>number</a:t>
            </a:r>
            <a:r>
              <a:rPr lang="nl-NL" sz="3200" dirty="0"/>
              <a:t> </a:t>
            </a:r>
            <a:r>
              <a:rPr lang="nl-NL" sz="3200" dirty="0" err="1"/>
              <a:t>from</a:t>
            </a:r>
            <a:r>
              <a:rPr lang="nl-NL" sz="3200" dirty="0"/>
              <a:t> </a:t>
            </a:r>
            <a:r>
              <a:rPr lang="nl-NL" sz="3200" dirty="0" err="1"/>
              <a:t>the</a:t>
            </a:r>
            <a:r>
              <a:rPr lang="nl-NL" sz="3200" dirty="0"/>
              <a:t> /x\ </a:t>
            </a:r>
            <a:r>
              <a:rPr lang="nl-NL" sz="3200" dirty="0" err="1"/>
              <a:t>section</a:t>
            </a:r>
            <a:r>
              <a:rPr lang="nl-NL" sz="3200" dirty="0"/>
              <a:t> </a:t>
            </a:r>
            <a:r>
              <a:rPr lang="nl-NL" sz="3200" dirty="0" err="1"/>
              <a:t>and</a:t>
            </a:r>
            <a:r>
              <a:rPr lang="nl-NL" sz="3200" dirty="0"/>
              <a:t> like a </a:t>
            </a:r>
            <a:r>
              <a:rPr lang="nl-NL" sz="3200" dirty="0" err="1"/>
              <a:t>number</a:t>
            </a:r>
            <a:r>
              <a:rPr lang="nl-NL" sz="3200" dirty="0"/>
              <a:t> </a:t>
            </a:r>
            <a:r>
              <a:rPr lang="nl-NL" sz="3200" dirty="0" err="1"/>
              <a:t>remains</a:t>
            </a:r>
            <a:r>
              <a:rPr lang="nl-NL" sz="3200" dirty="0"/>
              <a:t> (like 31/10 </a:t>
            </a:r>
            <a:r>
              <a:rPr lang="nl-NL" sz="3200" dirty="0" err="1"/>
              <a:t>and</a:t>
            </a:r>
            <a:r>
              <a:rPr lang="nl-NL" sz="3200" dirty="0"/>
              <a:t> 1 </a:t>
            </a:r>
            <a:r>
              <a:rPr lang="nl-NL" sz="3200" dirty="0" err="1"/>
              <a:t>remains</a:t>
            </a:r>
            <a:r>
              <a:rPr lang="nl-NL" sz="3200" dirty="0"/>
              <a:t> </a:t>
            </a:r>
            <a:r>
              <a:rPr lang="nl-NL" sz="3200" dirty="0" err="1"/>
              <a:t>after</a:t>
            </a:r>
            <a:r>
              <a:rPr lang="nl-NL" sz="3200" dirty="0"/>
              <a:t> </a:t>
            </a:r>
            <a:r>
              <a:rPr lang="nl-NL" sz="3200" dirty="0" err="1"/>
              <a:t>subtracting</a:t>
            </a:r>
            <a:r>
              <a:rPr lang="nl-NL" sz="3200" dirty="0"/>
              <a:t> 30) </a:t>
            </a:r>
            <a:r>
              <a:rPr lang="nl-NL" sz="3200" dirty="0" err="1"/>
              <a:t>then</a:t>
            </a:r>
            <a:r>
              <a:rPr lang="nl-NL" sz="3200" dirty="0"/>
              <a:t> introduce a </a:t>
            </a:r>
            <a:r>
              <a:rPr lang="nl-NL" sz="3200" dirty="0" err="1"/>
              <a:t>fraction</a:t>
            </a:r>
            <a:r>
              <a:rPr lang="nl-NL" sz="3200" dirty="0"/>
              <a:t>! I </a:t>
            </a:r>
            <a:r>
              <a:rPr lang="nl-NL" sz="3200" dirty="0" err="1"/>
              <a:t>will</a:t>
            </a:r>
            <a:r>
              <a:rPr lang="nl-NL" sz="3200" dirty="0"/>
              <a:t> </a:t>
            </a:r>
            <a:r>
              <a:rPr lang="nl-NL" sz="3200" dirty="0" err="1"/>
              <a:t>demonstrate</a:t>
            </a:r>
            <a:r>
              <a:rPr lang="nl-NL" sz="3200" dirty="0"/>
              <a:t> </a:t>
            </a:r>
            <a:r>
              <a:rPr lang="nl-NL" sz="3200" dirty="0" err="1"/>
              <a:t>it</a:t>
            </a:r>
            <a:r>
              <a:rPr lang="nl-NL" sz="3200" dirty="0"/>
              <a:t> </a:t>
            </a:r>
            <a:r>
              <a:rPr lang="nl-NL" sz="3200" dirty="0" err="1"/>
              <a:t>by</a:t>
            </a:r>
            <a:r>
              <a:rPr lang="nl-NL" sz="3200" dirty="0"/>
              <a:t> </a:t>
            </a:r>
            <a:r>
              <a:rPr lang="nl-NL" sz="3200" dirty="0" err="1"/>
              <a:t>two</a:t>
            </a:r>
            <a:r>
              <a:rPr lang="nl-NL" sz="3200" dirty="0"/>
              <a:t> </a:t>
            </a:r>
            <a:r>
              <a:rPr lang="nl-NL" sz="3200" dirty="0" err="1"/>
              <a:t>examples</a:t>
            </a:r>
            <a:r>
              <a:rPr lang="nl-NL" sz="3200" dirty="0"/>
              <a:t> </a:t>
            </a:r>
            <a:r>
              <a:rPr lang="nl-NL" sz="3200" dirty="0" err="1"/>
              <a:t>and</a:t>
            </a:r>
            <a:r>
              <a:rPr lang="nl-NL" sz="3200" dirty="0"/>
              <a:t> hope </a:t>
            </a:r>
            <a:r>
              <a:rPr lang="nl-NL" sz="3200" dirty="0" err="1"/>
              <a:t>its</a:t>
            </a:r>
            <a:r>
              <a:rPr lang="nl-NL" sz="3200" dirty="0"/>
              <a:t> </a:t>
            </a:r>
            <a:r>
              <a:rPr lang="nl-NL" sz="3200" dirty="0" err="1"/>
              <a:t>somewhat</a:t>
            </a:r>
            <a:r>
              <a:rPr lang="nl-NL" sz="3200" dirty="0"/>
              <a:t> </a:t>
            </a:r>
            <a:r>
              <a:rPr lang="nl-NL" sz="3200" dirty="0" err="1"/>
              <a:t>clear</a:t>
            </a:r>
            <a:endParaRPr lang="nl-NL" sz="3200" dirty="0"/>
          </a:p>
        </p:txBody>
      </p:sp>
    </p:spTree>
    <p:extLst>
      <p:ext uri="{BB962C8B-B14F-4D97-AF65-F5344CB8AC3E}">
        <p14:creationId xmlns:p14="http://schemas.microsoft.com/office/powerpoint/2010/main" val="11543051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809)">
            <a:extLst>
              <a:ext uri="{FF2B5EF4-FFF2-40B4-BE49-F238E27FC236}">
                <a16:creationId xmlns:a16="http://schemas.microsoft.com/office/drawing/2014/main" id="{BFE5C5D7-0635-D2B7-95C5-1580E7E5DD5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0" y="0"/>
            <a:ext cx="11760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5499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808)">
            <a:extLst>
              <a:ext uri="{FF2B5EF4-FFF2-40B4-BE49-F238E27FC236}">
                <a16:creationId xmlns:a16="http://schemas.microsoft.com/office/drawing/2014/main" id="{6B756F94-0AC4-95A4-4DE7-5DC2ECB580D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113"/>
            <a:ext cx="12192000" cy="58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28203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162</Words>
  <Application>Microsoft Office PowerPoint</Application>
  <PresentationFormat>Breedbeeld</PresentationFormat>
  <Paragraphs>7</Paragraphs>
  <Slides>28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Kantoorthema</vt:lpstr>
      <vt:lpstr>“Tail division” (long division)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van Gelderen</dc:creator>
  <cp:lastModifiedBy>William van Gelderen</cp:lastModifiedBy>
  <cp:revision>3</cp:revision>
  <dcterms:created xsi:type="dcterms:W3CDTF">2026-03-28T10:51:43Z</dcterms:created>
  <dcterms:modified xsi:type="dcterms:W3CDTF">2026-05-18T17:27:29Z</dcterms:modified>
</cp:coreProperties>
</file>
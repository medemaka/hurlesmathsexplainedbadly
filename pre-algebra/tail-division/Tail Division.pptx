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269" r:id="rId26"/>
    <p:sldId id="275" r:id="rId27"/>
    <p:sldId id="304" r:id="rId28"/>
    <p:sldId id="303" r:id="rId29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0:53:56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24575,'1'0'0,"1"0"0,0 1 0,-1-1 0,1 0 0,0 1 0,-1 0 0,1-1 0,-1 1 0,1 0 0,-1 0 0,0 0 0,1-1 0,-1 2 0,0-1 0,1 0 0,0 2 0,20 25 0,-11-12 0,1 0 0,-1 1 0,-1 0 0,0 0 0,-1 1 0,-1 0 0,-1 0 0,0 1 0,-1 0 0,-2 0 0,0 1 0,0-1 0,-2 1 0,-1 0 0,0 0 0,-5 39 0,2-49 0,0 0 0,-1 0 0,-1-1 0,0 1 0,0-1 0,-1 1 0,0-1 0,0-1 0,-1 1 0,0-1 0,-8 8 0,-17 26 0,15-18-1365,-1-2-5461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0:55:5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0 24575,'-7'12'0,"0"0"0,-18 21 0,-4 7 0,-118 236-653,126-233 697,-47 110-72,-23 44 564,18-50-425,-16 28-121,70-141 10,-40 63 0,38-66 0,0 0 0,2 1 0,2 1 0,-19 49 0,26-56 0,2 2 0,1-1 0,1 1 0,2 0 0,1 0 0,0 42 0,3 21 0,6 143 0,-6-226 0,1-1 0,0 1 0,1-1 0,-1 1 0,2-1 0,-1 0 0,1 0 0,0 0 0,0 0 0,1 0 0,6 9 0,-2-7 0,-1-1 0,1 0 0,0-1 0,0 0 0,1 0 0,0-1 0,12 6 0,23 16 0,-33-20 0,1 0 0,1 0 0,-1-1 0,1-1 0,1 0 0,-1-1 0,16 4 0,24 3 0,-32-6 0,1-1 0,29 2 0,-44-6 0,1-1 0,-1 0 0,1-1 0,-1 0 0,1 0 0,-1 0 0,0-1 0,0 0 0,1-1 0,11-5 0,-7 1 0,-1-1 0,1 0 0,-2 0 0,1-1 0,-1-1 0,-1 0 0,0 0 0,0 0 0,14-24 0,-7 7 0,-2-1 0,0-1 0,11-35 0,-17 38 0,-1-1 0,-1 1 0,-2-1 0,2-36 0,-5 10 0,-6-67 0,2 90 0,-1 0 0,-9-31 0,10 49 0,-1 0 0,0 0 0,-1 0 0,-1 0 0,0 1 0,0 0 0,-11-15 0,-1 4 0,4 4 0,-1 1 0,-23-22 0,31 34 0,1 0 0,-1 1 0,1-1 0,-1 1 0,-1 1 0,1-1 0,0 1 0,-1 1 0,0-1 0,-12-2 0,-25 1 5,0 1 0,-76 5 0,34 0-1385,61-2-5446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5D1606-D2A9-9B48-8853-EB4079912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1C7C6C0-53C5-E060-D654-59A5B4C27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16CEC6-4DA3-2634-04B4-6D9FD26C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3A8378-01BD-5E1E-26D8-E7AFAB4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87119D-827F-E92F-DF9E-B6DCB600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605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141F-96B1-D8EB-719A-01E00CD5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7B2121-9A84-3A7B-E250-E094EBB8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72EDC9-5612-D5D9-17E6-FD6D7866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5D89FC-2CE3-6458-C1F4-6A0BBD55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4E640F-A052-4FD2-E960-9B7988E7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97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060A0-973D-A423-D865-4A331B33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B05719-6812-929D-66E1-985364D0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F960944-A30D-1DCD-2107-35A5FE6A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D263D2-DDF7-BDE4-4ECC-F826541C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06E491-BB88-44E2-662C-D795AAF2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521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5A37E-099A-7BC9-F0AA-E5C19144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2AE3C3-95C9-0355-AFA1-4BDD90642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7E6563-EE0E-0134-F2D1-1E218F1F1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59E9F9B-4069-4FE8-AE77-A424365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B1BF32B-F37F-E483-6B4E-92AABCE7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EDA3183-7703-E0D2-925D-1BAD70E0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705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8CBDB-35B6-46B8-E8BA-2C2B7557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A3ECD6B-FE4B-16AA-95A1-CE3EEDA0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FD14F26-7FFA-9491-5FC0-64DDB3F47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2168FE8-4CF3-9653-97B3-3C3487115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E1B176-9AEE-B1B9-4D05-9E2EA3347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4AA6BB9-20E1-BED5-4721-FB2AE78E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A7DE669-C9AB-EC16-BD1E-0041B99A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0430C53-1FEC-2B9A-8C16-BB1BA75E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088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CDD653-1963-375E-D96E-1C5A4B09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B7CA3B8-6ED6-B0EC-BF49-301440F7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F45CF7E-7026-17B1-FFE4-0703C920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2C8E94C-8178-C059-171B-3B60CD4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70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594A94B-6355-92DA-B658-5935832A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40C093E-2379-3494-A398-C0D7DB9D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6686400-A5CC-F123-E4FA-B10A39D6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249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4A130-5BD9-9846-E5E5-BB7BC5CC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4CB09C-7C6C-5E5E-1328-53A634C9E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E199DE7-C101-0F45-67A3-1AC526B14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A60891-1754-E60A-D3F7-72D6A67B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B1AAB23-7915-B2C0-1CA6-E46032F1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D99AAAA-9EF2-DE8A-870F-74FAF707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527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08615-8012-5BBA-DA82-C28BD266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21838C6-B311-CC60-5325-0920BB4BA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7CF0218-D6B3-DEF3-E0CF-30D55005D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631B5A6-C59B-9BBF-1BEE-40D8D4F3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75CAA19-E23A-C7BE-2155-43C50CDA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0B56C1C-A67A-B9CC-D89A-48832742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407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FC11B2-10FA-6D30-35E3-53578934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D4E1C14-35C6-660C-C7EC-098A46AD2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96DD17-1550-B669-8C49-A40D1EA0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E2D40A2-0C16-A621-3930-E342422A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89596ED-2203-EF28-3F1B-447C0148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802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3D825EE-573A-4D25-769E-DEE0087B9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95733EA-E839-C38C-178A-8DC1A4760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679B981-482C-C0EC-360A-66846D18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9DD6B2-E7BD-4A0C-82EF-4463CB71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D370733-CC97-7ABC-FE21-CEF2D3DA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887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C678496-4149-C99E-466C-F679236F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5B5E027-91A6-A206-745C-9827C5FBB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9CE11F-D762-656D-50C5-82428FC34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0E978-2CB6-4EE6-A907-D08FD84423FD}" type="datetimeFigureOut">
              <a:rPr lang="nl-NL" smtClean="0"/>
              <a:t>18-7-2026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057A97-D6F2-D010-8A64-5FA3A658F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853F3-0E61-B6A7-E540-EBA59719E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872C4-A4EC-42E1-88F7-5593F15C5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2448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5C5B1-4F15-8E9D-BA8C-7A68D3379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6" y="1041400"/>
            <a:ext cx="5400133" cy="2387600"/>
          </a:xfrm>
        </p:spPr>
        <p:txBody>
          <a:bodyPr>
            <a:normAutofit fontScale="90000"/>
          </a:bodyPr>
          <a:lstStyle/>
          <a:p>
            <a:r>
              <a:rPr lang="nl-NL" dirty="0"/>
              <a:t>“</a:t>
            </a:r>
            <a:r>
              <a:rPr lang="nl-NL" dirty="0" err="1"/>
              <a:t>Tail</a:t>
            </a:r>
            <a:r>
              <a:rPr lang="nl-NL" dirty="0"/>
              <a:t> </a:t>
            </a:r>
            <a:r>
              <a:rPr lang="nl-NL" dirty="0" err="1"/>
              <a:t>division</a:t>
            </a:r>
            <a:r>
              <a:rPr lang="nl-NL" dirty="0"/>
              <a:t>”</a:t>
            </a:r>
            <a:br>
              <a:rPr lang="nl-NL" dirty="0"/>
            </a:br>
            <a:r>
              <a:rPr lang="nl-NL" dirty="0"/>
              <a:t> (long </a:t>
            </a:r>
            <a:r>
              <a:rPr lang="nl-NL" dirty="0" err="1"/>
              <a:t>division</a:t>
            </a:r>
            <a:r>
              <a:rPr lang="nl-NL" dirty="0"/>
              <a:t>)</a:t>
            </a:r>
            <a:br>
              <a:rPr lang="nl-NL" dirty="0"/>
            </a:br>
            <a:r>
              <a:rPr lang="nl-NL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V2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08899BC-3AE0-E7F5-C87C-5B122209A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53" y="3634723"/>
            <a:ext cx="9144000" cy="1655762"/>
          </a:xfrm>
        </p:spPr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43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687)">
            <a:extLst>
              <a:ext uri="{FF2B5EF4-FFF2-40B4-BE49-F238E27FC236}">
                <a16:creationId xmlns:a16="http://schemas.microsoft.com/office/drawing/2014/main" id="{AFEA56E8-3276-C773-DFC9-1F0BDFCC9F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238"/>
            <a:ext cx="12192000" cy="63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9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688)">
            <a:extLst>
              <a:ext uri="{FF2B5EF4-FFF2-40B4-BE49-F238E27FC236}">
                <a16:creationId xmlns:a16="http://schemas.microsoft.com/office/drawing/2014/main" id="{0CCAA831-2ABE-13B9-991F-BAD3E1196CD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8" y="0"/>
            <a:ext cx="12022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4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693)">
            <a:extLst>
              <a:ext uri="{FF2B5EF4-FFF2-40B4-BE49-F238E27FC236}">
                <a16:creationId xmlns:a16="http://schemas.microsoft.com/office/drawing/2014/main" id="{BA2BDE1F-A40D-AAE9-5250-0A6E198DEA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525"/>
            <a:ext cx="12192000" cy="63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2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4)">
            <a:extLst>
              <a:ext uri="{FF2B5EF4-FFF2-40B4-BE49-F238E27FC236}">
                <a16:creationId xmlns:a16="http://schemas.microsoft.com/office/drawing/2014/main" id="{1BA0175F-7DFA-601E-E673-7DDE468A8D9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63" y="0"/>
            <a:ext cx="10606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86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5)">
            <a:extLst>
              <a:ext uri="{FF2B5EF4-FFF2-40B4-BE49-F238E27FC236}">
                <a16:creationId xmlns:a16="http://schemas.microsoft.com/office/drawing/2014/main" id="{E459AB6F-B254-4F49-8F54-E651D18488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0"/>
            <a:ext cx="10334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6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6)">
            <a:extLst>
              <a:ext uri="{FF2B5EF4-FFF2-40B4-BE49-F238E27FC236}">
                <a16:creationId xmlns:a16="http://schemas.microsoft.com/office/drawing/2014/main" id="{56E6BC4B-4FB0-1DD0-F888-ACD589883E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0"/>
            <a:ext cx="10934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2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8)">
            <a:extLst>
              <a:ext uri="{FF2B5EF4-FFF2-40B4-BE49-F238E27FC236}">
                <a16:creationId xmlns:a16="http://schemas.microsoft.com/office/drawing/2014/main" id="{BAF89C2E-684E-8556-FDFD-849B0BE0A0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0"/>
            <a:ext cx="11422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6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09)">
            <a:extLst>
              <a:ext uri="{FF2B5EF4-FFF2-40B4-BE49-F238E27FC236}">
                <a16:creationId xmlns:a16="http://schemas.microsoft.com/office/drawing/2014/main" id="{389EB2D7-4AC6-7470-9EBE-844F423C09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8938"/>
            <a:ext cx="12192000" cy="35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1)">
            <a:extLst>
              <a:ext uri="{FF2B5EF4-FFF2-40B4-BE49-F238E27FC236}">
                <a16:creationId xmlns:a16="http://schemas.microsoft.com/office/drawing/2014/main" id="{6FE342A0-C07F-5EFC-F6C6-28620943EA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8" y="0"/>
            <a:ext cx="9864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3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3)">
            <a:extLst>
              <a:ext uri="{FF2B5EF4-FFF2-40B4-BE49-F238E27FC236}">
                <a16:creationId xmlns:a16="http://schemas.microsoft.com/office/drawing/2014/main" id="{7DD10C51-76F4-80C4-9AEC-22A1CEA658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0"/>
            <a:ext cx="11537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2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4)">
            <a:extLst>
              <a:ext uri="{FF2B5EF4-FFF2-40B4-BE49-F238E27FC236}">
                <a16:creationId xmlns:a16="http://schemas.microsoft.com/office/drawing/2014/main" id="{D00E4E22-DCEC-EE37-ED8E-42107D63A4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63" y="0"/>
            <a:ext cx="9920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8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5)">
            <a:extLst>
              <a:ext uri="{FF2B5EF4-FFF2-40B4-BE49-F238E27FC236}">
                <a16:creationId xmlns:a16="http://schemas.microsoft.com/office/drawing/2014/main" id="{209170C7-BB62-935A-5EF5-17F8AD4C34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013"/>
            <a:ext cx="12192000" cy="640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2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6)">
            <a:extLst>
              <a:ext uri="{FF2B5EF4-FFF2-40B4-BE49-F238E27FC236}">
                <a16:creationId xmlns:a16="http://schemas.microsoft.com/office/drawing/2014/main" id="{E09ACEDA-BDB8-6E5A-DF79-85D024DFB2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0"/>
            <a:ext cx="11268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74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8)">
            <a:extLst>
              <a:ext uri="{FF2B5EF4-FFF2-40B4-BE49-F238E27FC236}">
                <a16:creationId xmlns:a16="http://schemas.microsoft.com/office/drawing/2014/main" id="{C8C61213-54A8-1D3D-F17F-22B3C5D107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263"/>
            <a:ext cx="12192000" cy="64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03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19)">
            <a:extLst>
              <a:ext uri="{FF2B5EF4-FFF2-40B4-BE49-F238E27FC236}">
                <a16:creationId xmlns:a16="http://schemas.microsoft.com/office/drawing/2014/main" id="{A471BC2F-A37C-BF2E-D9D2-9C1D709815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3" y="0"/>
            <a:ext cx="11991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3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0)">
            <a:extLst>
              <a:ext uri="{FF2B5EF4-FFF2-40B4-BE49-F238E27FC236}">
                <a16:creationId xmlns:a16="http://schemas.microsoft.com/office/drawing/2014/main" id="{B463B30C-2F13-5DB5-2A0F-741D464B1F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8"/>
            <a:ext cx="12192000" cy="680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3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1)">
            <a:extLst>
              <a:ext uri="{FF2B5EF4-FFF2-40B4-BE49-F238E27FC236}">
                <a16:creationId xmlns:a16="http://schemas.microsoft.com/office/drawing/2014/main" id="{90D194E3-4460-C441-5959-77CA3C8C10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5"/>
            <a:ext cx="12192000" cy="67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26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2)">
            <a:extLst>
              <a:ext uri="{FF2B5EF4-FFF2-40B4-BE49-F238E27FC236}">
                <a16:creationId xmlns:a16="http://schemas.microsoft.com/office/drawing/2014/main" id="{777B71C5-EC6D-9CBB-DBED-BE0A694E64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688"/>
            <a:ext cx="12192000" cy="627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3)">
            <a:extLst>
              <a:ext uri="{FF2B5EF4-FFF2-40B4-BE49-F238E27FC236}">
                <a16:creationId xmlns:a16="http://schemas.microsoft.com/office/drawing/2014/main" id="{43402D8F-A9A5-355B-CE59-886CEA683DA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0"/>
            <a:ext cx="9879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10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4)">
            <a:extLst>
              <a:ext uri="{FF2B5EF4-FFF2-40B4-BE49-F238E27FC236}">
                <a16:creationId xmlns:a16="http://schemas.microsoft.com/office/drawing/2014/main" id="{14274712-0B38-0767-92F9-0D89E63F77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5" y="0"/>
            <a:ext cx="5683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84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5)">
            <a:extLst>
              <a:ext uri="{FF2B5EF4-FFF2-40B4-BE49-F238E27FC236}">
                <a16:creationId xmlns:a16="http://schemas.microsoft.com/office/drawing/2014/main" id="{E9C27BC0-5213-37F0-1BBE-4169E4DA10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788"/>
            <a:ext cx="1219200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20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6)">
            <a:extLst>
              <a:ext uri="{FF2B5EF4-FFF2-40B4-BE49-F238E27FC236}">
                <a16:creationId xmlns:a16="http://schemas.microsoft.com/office/drawing/2014/main" id="{4834F114-B828-0870-C5AF-5F4B24F75D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0"/>
            <a:ext cx="11693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22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727)">
            <a:extLst>
              <a:ext uri="{FF2B5EF4-FFF2-40B4-BE49-F238E27FC236}">
                <a16:creationId xmlns:a16="http://schemas.microsoft.com/office/drawing/2014/main" id="{DB005EEF-3025-A9F5-1E01-07D7B09B27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5" y="0"/>
            <a:ext cx="11891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64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CEB30CEF-1301-1AB5-5890-62264C5DF1C1}"/>
                  </a:ext>
                </a:extLst>
              </p14:cNvPr>
              <p14:cNvContentPartPr/>
              <p14:nvPr/>
            </p14:nvContentPartPr>
            <p14:xfrm>
              <a:off x="3243617" y="6476640"/>
              <a:ext cx="56160" cy="21636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CEB30CEF-1301-1AB5-5890-62264C5DF1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7497" y="6470520"/>
                <a:ext cx="68400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kstvak 1">
            <a:extLst>
              <a:ext uri="{FF2B5EF4-FFF2-40B4-BE49-F238E27FC236}">
                <a16:creationId xmlns:a16="http://schemas.microsoft.com/office/drawing/2014/main" id="{A7B65A1C-0F4C-84EC-D74C-24E34B9FF15E}"/>
              </a:ext>
            </a:extLst>
          </p:cNvPr>
          <p:cNvSpPr txBox="1"/>
          <p:nvPr/>
        </p:nvSpPr>
        <p:spPr>
          <a:xfrm>
            <a:off x="1861456" y="315504"/>
            <a:ext cx="69450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6600" b="1" dirty="0" err="1"/>
              <a:t>Revision</a:t>
            </a:r>
            <a:r>
              <a:rPr lang="nl-NL" sz="6600" b="1" dirty="0"/>
              <a:t>!!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0ADC4AC-FD6D-20BA-A6AE-5B94B543AA6B}"/>
              </a:ext>
            </a:extLst>
          </p:cNvPr>
          <p:cNvSpPr txBox="1"/>
          <p:nvPr/>
        </p:nvSpPr>
        <p:spPr>
          <a:xfrm>
            <a:off x="1099457" y="1730647"/>
            <a:ext cx="990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800" dirty="0" err="1"/>
              <a:t>There</a:t>
            </a:r>
            <a:r>
              <a:rPr lang="nl-NL" sz="4800" dirty="0"/>
              <a:t> </a:t>
            </a:r>
            <a:r>
              <a:rPr lang="nl-NL" sz="4800" dirty="0" err="1"/>
              <a:t>seemed</a:t>
            </a:r>
            <a:r>
              <a:rPr lang="nl-NL" sz="4800" dirty="0"/>
              <a:t> </a:t>
            </a:r>
            <a:r>
              <a:rPr lang="nl-NL" sz="4800" dirty="0" err="1"/>
              <a:t>to</a:t>
            </a:r>
            <a:r>
              <a:rPr lang="nl-NL" sz="4800" dirty="0"/>
              <a:t> have been a gap in </a:t>
            </a:r>
            <a:r>
              <a:rPr lang="nl-NL" sz="4800" dirty="0" err="1"/>
              <a:t>this</a:t>
            </a:r>
            <a:r>
              <a:rPr lang="nl-NL" sz="4800" dirty="0"/>
              <a:t> </a:t>
            </a:r>
            <a:r>
              <a:rPr lang="nl-NL" sz="4800" dirty="0" err="1"/>
              <a:t>tail</a:t>
            </a:r>
            <a:r>
              <a:rPr lang="nl-NL" sz="4800" dirty="0"/>
              <a:t> </a:t>
            </a:r>
            <a:r>
              <a:rPr lang="nl-NL" sz="4800" dirty="0" err="1"/>
              <a:t>division</a:t>
            </a:r>
            <a:r>
              <a:rPr lang="nl-NL" sz="4800" dirty="0"/>
              <a:t> </a:t>
            </a:r>
            <a:r>
              <a:rPr lang="nl-NL" sz="4800" dirty="0" err="1"/>
              <a:t>method</a:t>
            </a:r>
            <a:r>
              <a:rPr lang="nl-NL" sz="4800" dirty="0"/>
              <a:t> </a:t>
            </a:r>
            <a:r>
              <a:rPr lang="nl-NL" sz="4800" dirty="0" err="1"/>
              <a:t>caused</a:t>
            </a:r>
            <a:r>
              <a:rPr lang="nl-NL" sz="4800" dirty="0"/>
              <a:t> </a:t>
            </a:r>
            <a:r>
              <a:rPr lang="nl-NL" sz="4800" dirty="0" err="1"/>
              <a:t>by</a:t>
            </a:r>
            <a:r>
              <a:rPr lang="nl-NL" sz="4800" dirty="0"/>
              <a:t> </a:t>
            </a:r>
            <a:r>
              <a:rPr lang="nl-NL" sz="4800" dirty="0" err="1"/>
              <a:t>the</a:t>
            </a:r>
            <a:r>
              <a:rPr lang="nl-NL" sz="4800" dirty="0"/>
              <a:t> </a:t>
            </a:r>
            <a:r>
              <a:rPr lang="nl-NL" sz="4800" dirty="0" err="1"/>
              <a:t>number</a:t>
            </a:r>
            <a:r>
              <a:rPr lang="nl-NL" sz="4800" dirty="0"/>
              <a:t> 0 (</a:t>
            </a:r>
            <a:r>
              <a:rPr lang="nl-NL" sz="4800" dirty="0" err="1"/>
              <a:t>if</a:t>
            </a:r>
            <a:r>
              <a:rPr lang="nl-NL" sz="4800" dirty="0"/>
              <a:t> </a:t>
            </a:r>
            <a:r>
              <a:rPr lang="nl-NL" sz="4800" dirty="0" err="1"/>
              <a:t>the</a:t>
            </a:r>
            <a:r>
              <a:rPr lang="nl-NL" sz="4800" dirty="0"/>
              <a:t> </a:t>
            </a:r>
            <a:r>
              <a:rPr lang="nl-NL" sz="4800" dirty="0" err="1"/>
              <a:t>final</a:t>
            </a:r>
            <a:r>
              <a:rPr lang="nl-NL" sz="4800" dirty="0"/>
              <a:t> </a:t>
            </a:r>
            <a:r>
              <a:rPr lang="nl-NL" sz="4800" dirty="0" err="1"/>
              <a:t>answer</a:t>
            </a:r>
            <a:r>
              <a:rPr lang="nl-NL" sz="4800" dirty="0"/>
              <a:t> has a 0 in </a:t>
            </a:r>
            <a:r>
              <a:rPr lang="nl-NL" sz="4800" dirty="0" err="1"/>
              <a:t>it</a:t>
            </a:r>
            <a:r>
              <a:rPr lang="nl-NL" sz="4800" dirty="0"/>
              <a:t> </a:t>
            </a:r>
            <a:r>
              <a:rPr lang="nl-NL" sz="4800" dirty="0" err="1"/>
              <a:t>somewhere</a:t>
            </a:r>
            <a:r>
              <a:rPr lang="nl-NL" sz="4800" dirty="0"/>
              <a:t> like 3000/10 = 300 </a:t>
            </a:r>
            <a:r>
              <a:rPr lang="nl-NL" sz="4800" dirty="0" err="1"/>
              <a:t>which</a:t>
            </a:r>
            <a:r>
              <a:rPr lang="nl-NL" sz="4800" dirty="0"/>
              <a:t> has </a:t>
            </a:r>
            <a:r>
              <a:rPr lang="nl-NL" sz="4800" dirty="0" err="1"/>
              <a:t>two</a:t>
            </a:r>
            <a:r>
              <a:rPr lang="nl-NL" sz="4800" dirty="0"/>
              <a:t> </a:t>
            </a:r>
            <a:r>
              <a:rPr lang="nl-NL" sz="4800" dirty="0" err="1"/>
              <a:t>zeros</a:t>
            </a:r>
            <a:r>
              <a:rPr lang="nl-NL" sz="4800" dirty="0"/>
              <a:t> in </a:t>
            </a:r>
            <a:r>
              <a:rPr lang="nl-NL" sz="4800" dirty="0" err="1"/>
              <a:t>the</a:t>
            </a:r>
            <a:r>
              <a:rPr lang="nl-NL" sz="4800" dirty="0"/>
              <a:t> </a:t>
            </a:r>
            <a:r>
              <a:rPr lang="nl-NL" sz="4800" dirty="0" err="1"/>
              <a:t>final</a:t>
            </a:r>
            <a:r>
              <a:rPr lang="nl-NL" sz="4800" dirty="0"/>
              <a:t> </a:t>
            </a:r>
            <a:r>
              <a:rPr lang="nl-NL" sz="4800" dirty="0" err="1"/>
              <a:t>answer</a:t>
            </a:r>
            <a:r>
              <a:rPr lang="nl-NL" sz="4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9767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18137476-85CF-0F21-1F8A-7DE8679A8B04}"/>
                  </a:ext>
                </a:extLst>
              </p14:cNvPr>
              <p14:cNvContentPartPr/>
              <p14:nvPr/>
            </p14:nvContentPartPr>
            <p14:xfrm>
              <a:off x="6834257" y="664080"/>
              <a:ext cx="284760" cy="81540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18137476-85CF-0F21-1F8A-7DE8679A8B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8137" y="657960"/>
                <a:ext cx="297000" cy="827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kstvak 1">
            <a:extLst>
              <a:ext uri="{FF2B5EF4-FFF2-40B4-BE49-F238E27FC236}">
                <a16:creationId xmlns:a16="http://schemas.microsoft.com/office/drawing/2014/main" id="{CD93D334-84AD-947A-64B9-37B795D5DC9E}"/>
              </a:ext>
            </a:extLst>
          </p:cNvPr>
          <p:cNvSpPr txBox="1"/>
          <p:nvPr/>
        </p:nvSpPr>
        <p:spPr>
          <a:xfrm>
            <a:off x="1284514" y="110082"/>
            <a:ext cx="9296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6000" b="1" dirty="0"/>
              <a:t>THERE IS A FIX THO :D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EE2F257-87DD-C577-2790-D4D3E9F3A7FA}"/>
              </a:ext>
            </a:extLst>
          </p:cNvPr>
          <p:cNvSpPr txBox="1"/>
          <p:nvPr/>
        </p:nvSpPr>
        <p:spPr>
          <a:xfrm>
            <a:off x="1284514" y="1071780"/>
            <a:ext cx="9906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/>
              <a:t>It is </a:t>
            </a:r>
            <a:r>
              <a:rPr lang="nl-NL" sz="3200" dirty="0" err="1"/>
              <a:t>quite</a:t>
            </a:r>
            <a:r>
              <a:rPr lang="nl-NL" sz="3200" dirty="0"/>
              <a:t> </a:t>
            </a:r>
            <a:r>
              <a:rPr lang="nl-NL" sz="3200" dirty="0" err="1"/>
              <a:t>complicated</a:t>
            </a:r>
            <a:r>
              <a:rPr lang="nl-NL" sz="3200" dirty="0"/>
              <a:t> but </a:t>
            </a:r>
            <a:r>
              <a:rPr lang="nl-NL" sz="3200" dirty="0" err="1"/>
              <a:t>basically</a:t>
            </a:r>
            <a:r>
              <a:rPr lang="nl-NL" sz="3200" dirty="0"/>
              <a:t> </a:t>
            </a:r>
            <a:r>
              <a:rPr lang="nl-NL" sz="3200" dirty="0" err="1"/>
              <a:t>if</a:t>
            </a:r>
            <a:r>
              <a:rPr lang="nl-NL" sz="3200" dirty="0"/>
              <a:t> a </a:t>
            </a:r>
            <a:r>
              <a:rPr lang="nl-NL" sz="3200" dirty="0" err="1"/>
              <a:t>number</a:t>
            </a:r>
            <a:r>
              <a:rPr lang="nl-NL" sz="3200" dirty="0"/>
              <a:t> is </a:t>
            </a:r>
            <a:r>
              <a:rPr lang="nl-NL" sz="3200" dirty="0" err="1"/>
              <a:t>added</a:t>
            </a:r>
            <a:r>
              <a:rPr lang="nl-NL" sz="3200" dirty="0"/>
              <a:t> </a:t>
            </a:r>
            <a:r>
              <a:rPr lang="nl-NL" sz="3200" dirty="0" err="1"/>
              <a:t>from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x in </a:t>
            </a:r>
            <a:r>
              <a:rPr lang="nl-NL" sz="3200" dirty="0" err="1"/>
              <a:t>the</a:t>
            </a:r>
            <a:r>
              <a:rPr lang="nl-NL" sz="3200" dirty="0"/>
              <a:t> /x\ </a:t>
            </a:r>
            <a:r>
              <a:rPr lang="nl-NL" sz="3200" dirty="0" err="1"/>
              <a:t>section</a:t>
            </a:r>
            <a:r>
              <a:rPr lang="nl-NL" sz="3200" dirty="0"/>
              <a:t> (</a:t>
            </a:r>
            <a:r>
              <a:rPr lang="nl-NL" sz="3200" dirty="0" err="1"/>
              <a:t>what</a:t>
            </a:r>
            <a:r>
              <a:rPr lang="nl-NL" sz="3200" dirty="0"/>
              <a:t> </a:t>
            </a:r>
            <a:r>
              <a:rPr lang="nl-NL" sz="3200" dirty="0" err="1"/>
              <a:t>you</a:t>
            </a:r>
            <a:r>
              <a:rPr lang="nl-NL" sz="3200" dirty="0"/>
              <a:t> are </a:t>
            </a:r>
            <a:r>
              <a:rPr lang="nl-NL" sz="3200" dirty="0" err="1"/>
              <a:t>tail</a:t>
            </a:r>
            <a:r>
              <a:rPr lang="nl-NL" sz="3200" dirty="0"/>
              <a:t> </a:t>
            </a:r>
            <a:r>
              <a:rPr lang="nl-NL" sz="3200" dirty="0" err="1"/>
              <a:t>dividing</a:t>
            </a:r>
            <a:r>
              <a:rPr lang="nl-NL" sz="3200" dirty="0"/>
              <a:t>), </a:t>
            </a:r>
            <a:r>
              <a:rPr lang="nl-NL" sz="3200" dirty="0" err="1"/>
              <a:t>then</a:t>
            </a:r>
            <a:r>
              <a:rPr lang="nl-NL" sz="3200" dirty="0"/>
              <a:t> </a:t>
            </a:r>
            <a:r>
              <a:rPr lang="nl-NL" sz="3200" dirty="0" err="1"/>
              <a:t>if</a:t>
            </a:r>
            <a:r>
              <a:rPr lang="nl-NL" sz="3200" dirty="0"/>
              <a:t> </a:t>
            </a:r>
            <a:r>
              <a:rPr lang="nl-NL" sz="3200" dirty="0" err="1"/>
              <a:t>the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is smaller </a:t>
            </a:r>
            <a:r>
              <a:rPr lang="nl-NL" sz="3200" dirty="0" err="1"/>
              <a:t>than</a:t>
            </a:r>
            <a:r>
              <a:rPr lang="nl-NL" sz="3200" dirty="0"/>
              <a:t> </a:t>
            </a:r>
            <a:r>
              <a:rPr lang="nl-NL" sz="3200" dirty="0" err="1"/>
              <a:t>divisor</a:t>
            </a:r>
            <a:r>
              <a:rPr lang="nl-NL" sz="3200" dirty="0"/>
              <a:t> (like </a:t>
            </a:r>
            <a:r>
              <a:rPr lang="nl-NL" sz="3200" dirty="0" err="1"/>
              <a:t>youre</a:t>
            </a:r>
            <a:r>
              <a:rPr lang="nl-NL" sz="3200" dirty="0"/>
              <a:t> </a:t>
            </a:r>
            <a:r>
              <a:rPr lang="nl-NL" sz="3200" dirty="0" err="1"/>
              <a:t>dividing</a:t>
            </a:r>
            <a:r>
              <a:rPr lang="nl-NL" sz="3200" dirty="0"/>
              <a:t> </a:t>
            </a:r>
            <a:r>
              <a:rPr lang="nl-NL" sz="3200" dirty="0" err="1"/>
              <a:t>by</a:t>
            </a:r>
            <a:r>
              <a:rPr lang="nl-NL" sz="3200" dirty="0"/>
              <a:t> 3 </a:t>
            </a:r>
            <a:r>
              <a:rPr lang="nl-NL" sz="3200" dirty="0" err="1"/>
              <a:t>and</a:t>
            </a:r>
            <a:r>
              <a:rPr lang="nl-NL" sz="3200" dirty="0"/>
              <a:t> 1 is smaller </a:t>
            </a:r>
            <a:r>
              <a:rPr lang="nl-NL" sz="3200" dirty="0" err="1"/>
              <a:t>than</a:t>
            </a:r>
            <a:r>
              <a:rPr lang="nl-NL" sz="3200" dirty="0"/>
              <a:t> 3) </a:t>
            </a:r>
            <a:r>
              <a:rPr lang="nl-NL" sz="3200" dirty="0" err="1"/>
              <a:t>then</a:t>
            </a:r>
            <a:r>
              <a:rPr lang="nl-NL" sz="3200" dirty="0"/>
              <a:t> </a:t>
            </a:r>
            <a:r>
              <a:rPr lang="nl-NL" sz="3200" dirty="0" err="1"/>
              <a:t>add</a:t>
            </a:r>
            <a:r>
              <a:rPr lang="nl-NL" sz="3200" dirty="0"/>
              <a:t> 0.</a:t>
            </a:r>
            <a:br>
              <a:rPr lang="nl-NL" sz="3200" dirty="0"/>
            </a:br>
            <a:br>
              <a:rPr lang="nl-NL" sz="3200" dirty="0"/>
            </a:br>
            <a:r>
              <a:rPr lang="nl-NL" sz="3200" dirty="0"/>
              <a:t>BUT </a:t>
            </a:r>
            <a:r>
              <a:rPr lang="nl-NL" sz="3200" dirty="0" err="1"/>
              <a:t>if</a:t>
            </a:r>
            <a:r>
              <a:rPr lang="nl-NL" sz="3200" dirty="0"/>
              <a:t> </a:t>
            </a:r>
            <a:r>
              <a:rPr lang="nl-NL" sz="3200" dirty="0" err="1"/>
              <a:t>the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</a:t>
            </a:r>
            <a:r>
              <a:rPr lang="nl-NL" sz="3200" dirty="0" err="1"/>
              <a:t>after</a:t>
            </a:r>
            <a:r>
              <a:rPr lang="nl-NL" sz="3200" dirty="0"/>
              <a:t> </a:t>
            </a:r>
            <a:r>
              <a:rPr lang="nl-NL" sz="3200" dirty="0" err="1"/>
              <a:t>having</a:t>
            </a:r>
            <a:r>
              <a:rPr lang="nl-NL" sz="3200" dirty="0"/>
              <a:t> </a:t>
            </a:r>
            <a:r>
              <a:rPr lang="nl-NL" sz="3200" dirty="0" err="1"/>
              <a:t>added</a:t>
            </a:r>
            <a:r>
              <a:rPr lang="nl-NL" sz="3200" dirty="0"/>
              <a:t> </a:t>
            </a:r>
            <a:r>
              <a:rPr lang="nl-NL" sz="3200" dirty="0" err="1"/>
              <a:t>every</a:t>
            </a:r>
            <a:r>
              <a:rPr lang="nl-NL" sz="3200" dirty="0"/>
              <a:t> </a:t>
            </a:r>
            <a:r>
              <a:rPr lang="nl-NL" sz="3200" dirty="0" err="1"/>
              <a:t>number</a:t>
            </a:r>
            <a:r>
              <a:rPr lang="nl-NL" sz="3200" dirty="0"/>
              <a:t> </a:t>
            </a:r>
            <a:r>
              <a:rPr lang="nl-NL" sz="3200" dirty="0" err="1"/>
              <a:t>from</a:t>
            </a:r>
            <a:r>
              <a:rPr lang="nl-NL" sz="3200" dirty="0"/>
              <a:t> </a:t>
            </a:r>
            <a:r>
              <a:rPr lang="nl-NL" sz="3200" dirty="0" err="1"/>
              <a:t>the</a:t>
            </a:r>
            <a:r>
              <a:rPr lang="nl-NL" sz="3200" dirty="0"/>
              <a:t> /x\ </a:t>
            </a:r>
            <a:r>
              <a:rPr lang="nl-NL" sz="3200" dirty="0" err="1"/>
              <a:t>section</a:t>
            </a:r>
            <a:r>
              <a:rPr lang="nl-NL" sz="3200" dirty="0"/>
              <a:t> </a:t>
            </a:r>
            <a:r>
              <a:rPr lang="nl-NL" sz="3200" dirty="0" err="1"/>
              <a:t>and</a:t>
            </a:r>
            <a:r>
              <a:rPr lang="nl-NL" sz="3200" dirty="0"/>
              <a:t> like a </a:t>
            </a:r>
            <a:r>
              <a:rPr lang="nl-NL" sz="3200" dirty="0" err="1"/>
              <a:t>number</a:t>
            </a:r>
            <a:r>
              <a:rPr lang="nl-NL" sz="3200" dirty="0"/>
              <a:t> </a:t>
            </a:r>
            <a:r>
              <a:rPr lang="nl-NL" sz="3200" dirty="0" err="1"/>
              <a:t>remains</a:t>
            </a:r>
            <a:r>
              <a:rPr lang="nl-NL" sz="3200" dirty="0"/>
              <a:t> (like 31/10 </a:t>
            </a:r>
            <a:r>
              <a:rPr lang="nl-NL" sz="3200" dirty="0" err="1"/>
              <a:t>and</a:t>
            </a:r>
            <a:r>
              <a:rPr lang="nl-NL" sz="3200" dirty="0"/>
              <a:t> 1 </a:t>
            </a:r>
            <a:r>
              <a:rPr lang="nl-NL" sz="3200" dirty="0" err="1"/>
              <a:t>remains</a:t>
            </a:r>
            <a:r>
              <a:rPr lang="nl-NL" sz="3200" dirty="0"/>
              <a:t> </a:t>
            </a:r>
            <a:r>
              <a:rPr lang="nl-NL" sz="3200" dirty="0" err="1"/>
              <a:t>after</a:t>
            </a:r>
            <a:r>
              <a:rPr lang="nl-NL" sz="3200" dirty="0"/>
              <a:t> </a:t>
            </a:r>
            <a:r>
              <a:rPr lang="nl-NL" sz="3200" dirty="0" err="1"/>
              <a:t>subtracting</a:t>
            </a:r>
            <a:r>
              <a:rPr lang="nl-NL" sz="3200" dirty="0"/>
              <a:t> 30) </a:t>
            </a:r>
            <a:r>
              <a:rPr lang="nl-NL" sz="3200" dirty="0" err="1"/>
              <a:t>then</a:t>
            </a:r>
            <a:r>
              <a:rPr lang="nl-NL" sz="3200" dirty="0"/>
              <a:t> introduce a </a:t>
            </a:r>
            <a:r>
              <a:rPr lang="nl-NL" sz="3200" dirty="0" err="1"/>
              <a:t>fraction</a:t>
            </a:r>
            <a:r>
              <a:rPr lang="nl-NL" sz="3200" dirty="0"/>
              <a:t>! I </a:t>
            </a:r>
            <a:r>
              <a:rPr lang="nl-NL" sz="3200" dirty="0" err="1"/>
              <a:t>will</a:t>
            </a:r>
            <a:r>
              <a:rPr lang="nl-NL" sz="3200" dirty="0"/>
              <a:t> </a:t>
            </a:r>
            <a:r>
              <a:rPr lang="nl-NL" sz="3200" dirty="0" err="1"/>
              <a:t>demonstrate</a:t>
            </a:r>
            <a:r>
              <a:rPr lang="nl-NL" sz="3200" dirty="0"/>
              <a:t> </a:t>
            </a:r>
            <a:r>
              <a:rPr lang="nl-NL" sz="3200" dirty="0" err="1"/>
              <a:t>it</a:t>
            </a:r>
            <a:r>
              <a:rPr lang="nl-NL" sz="3200" dirty="0"/>
              <a:t> </a:t>
            </a:r>
            <a:r>
              <a:rPr lang="nl-NL" sz="3200" dirty="0" err="1"/>
              <a:t>by</a:t>
            </a:r>
            <a:r>
              <a:rPr lang="nl-NL" sz="3200" dirty="0"/>
              <a:t> </a:t>
            </a:r>
            <a:r>
              <a:rPr lang="nl-NL" sz="3200" dirty="0" err="1"/>
              <a:t>two</a:t>
            </a:r>
            <a:r>
              <a:rPr lang="nl-NL" sz="3200" dirty="0"/>
              <a:t> </a:t>
            </a:r>
            <a:r>
              <a:rPr lang="nl-NL" sz="3200" dirty="0" err="1"/>
              <a:t>examples</a:t>
            </a:r>
            <a:r>
              <a:rPr lang="nl-NL" sz="3200" dirty="0"/>
              <a:t> </a:t>
            </a:r>
            <a:r>
              <a:rPr lang="nl-NL" sz="3200" dirty="0" err="1"/>
              <a:t>and</a:t>
            </a:r>
            <a:r>
              <a:rPr lang="nl-NL" sz="3200" dirty="0"/>
              <a:t> hope </a:t>
            </a:r>
            <a:r>
              <a:rPr lang="nl-NL" sz="3200" dirty="0" err="1"/>
              <a:t>its</a:t>
            </a:r>
            <a:r>
              <a:rPr lang="nl-NL" sz="3200" dirty="0"/>
              <a:t> </a:t>
            </a:r>
            <a:r>
              <a:rPr lang="nl-NL" sz="3200" dirty="0" err="1"/>
              <a:t>somewhat</a:t>
            </a:r>
            <a:r>
              <a:rPr lang="nl-NL" sz="3200" dirty="0"/>
              <a:t> </a:t>
            </a:r>
            <a:r>
              <a:rPr lang="nl-NL" sz="3200" dirty="0" err="1"/>
              <a:t>clear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1154305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9)">
            <a:extLst>
              <a:ext uri="{FF2B5EF4-FFF2-40B4-BE49-F238E27FC236}">
                <a16:creationId xmlns:a16="http://schemas.microsoft.com/office/drawing/2014/main" id="{BFE5C5D7-0635-D2B7-95C5-1580E7E5DD5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0"/>
            <a:ext cx="11760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49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8)">
            <a:extLst>
              <a:ext uri="{FF2B5EF4-FFF2-40B4-BE49-F238E27FC236}">
                <a16:creationId xmlns:a16="http://schemas.microsoft.com/office/drawing/2014/main" id="{6B756F94-0AC4-95A4-4DE7-5DC2ECB580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113"/>
            <a:ext cx="121920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8203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165</Words>
  <Application>Microsoft Office PowerPoint</Application>
  <PresentationFormat>Breedbeeld</PresentationFormat>
  <Paragraphs>6</Paragraphs>
  <Slides>28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Kantoorthema</vt:lpstr>
      <vt:lpstr>“Tail division”  (long division) V2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8</cp:revision>
  <dcterms:created xsi:type="dcterms:W3CDTF">2026-03-28T10:51:43Z</dcterms:created>
  <dcterms:modified xsi:type="dcterms:W3CDTF">2026-07-17T22:28:08Z</dcterms:modified>
</cp:coreProperties>
</file>
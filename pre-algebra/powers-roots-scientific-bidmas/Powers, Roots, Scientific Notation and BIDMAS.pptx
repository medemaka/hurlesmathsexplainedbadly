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301" r:id="rId23"/>
    <p:sldId id="275" r:id="rId24"/>
    <p:sldId id="276" r:id="rId25"/>
    <p:sldId id="299" r:id="rId26"/>
    <p:sldId id="300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4C9B7309-46C6-E41B-F23C-2C073CCBF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4" y="1883229"/>
            <a:ext cx="11840409" cy="3189514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46308E76-EE90-79E3-281D-6151E418C376}"/>
              </a:ext>
            </a:extLst>
          </p:cNvPr>
          <p:cNvSpPr txBox="1"/>
          <p:nvPr/>
        </p:nvSpPr>
        <p:spPr>
          <a:xfrm>
            <a:off x="6193971" y="3244333"/>
            <a:ext cx="630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ORDER DOESNT MATTER AS YOU CAN SEE!</a:t>
            </a:r>
          </a:p>
        </p:txBody>
      </p:sp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8F0177F3-2F9F-80C6-D758-C20D83394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0114"/>
            <a:ext cx="12192000" cy="611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15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74FC60B9-5FFD-4FE9-39AA-27883615AD46}"/>
              </a:ext>
            </a:extLst>
          </p:cNvPr>
          <p:cNvSpPr txBox="1"/>
          <p:nvPr/>
        </p:nvSpPr>
        <p:spPr>
          <a:xfrm>
            <a:off x="6368142" y="3636220"/>
            <a:ext cx="1502229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 (here 80)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CEC679D-CFB4-4E78-6A0F-47080493C8C2}"/>
              </a:ext>
            </a:extLst>
          </p:cNvPr>
          <p:cNvSpPr txBox="1"/>
          <p:nvPr/>
        </p:nvSpPr>
        <p:spPr>
          <a:xfrm>
            <a:off x="3668488" y="3974774"/>
            <a:ext cx="1556658" cy="58477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u="sng" dirty="0">
                <a:solidFill>
                  <a:schemeClr val="bg1"/>
                </a:solidFill>
              </a:rPr>
              <a:t>integer </a:t>
            </a:r>
            <a:r>
              <a:rPr lang="nl-NL" sz="1600" b="1" u="sng" dirty="0" err="1">
                <a:solidFill>
                  <a:schemeClr val="bg1"/>
                </a:solidFill>
              </a:rPr>
              <a:t>roots</a:t>
            </a:r>
            <a:r>
              <a:rPr lang="nl-NL" sz="1600" b="1" u="sng" dirty="0">
                <a:solidFill>
                  <a:schemeClr val="bg1"/>
                </a:solidFill>
              </a:rPr>
              <a:t> </a:t>
            </a:r>
            <a:r>
              <a:rPr lang="nl-NL" sz="1600" b="1" dirty="0">
                <a:solidFill>
                  <a:schemeClr val="bg1"/>
                </a:solidFill>
              </a:rPr>
              <a:t>(like 4 </a:t>
            </a:r>
            <a:r>
              <a:rPr lang="nl-NL" sz="1600" b="1" dirty="0" err="1">
                <a:solidFill>
                  <a:schemeClr val="bg1"/>
                </a:solidFill>
              </a:rPr>
              <a:t>and</a:t>
            </a:r>
            <a:r>
              <a:rPr lang="nl-NL" sz="1600" b="1" dirty="0">
                <a:solidFill>
                  <a:schemeClr val="bg1"/>
                </a:solidFill>
              </a:rPr>
              <a:t> 9)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57A9AFD7-E592-BADF-D948-D95E137FE9C6}"/>
              </a:ext>
            </a:extLst>
          </p:cNvPr>
          <p:cNvSpPr txBox="1"/>
          <p:nvPr/>
        </p:nvSpPr>
        <p:spPr>
          <a:xfrm>
            <a:off x="8196942" y="4093420"/>
            <a:ext cx="1556658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B2F9D0F-7A0E-B954-2733-426348D4E2BD}"/>
              </a:ext>
            </a:extLst>
          </p:cNvPr>
          <p:cNvSpPr txBox="1"/>
          <p:nvPr/>
        </p:nvSpPr>
        <p:spPr>
          <a:xfrm>
            <a:off x="457199" y="4528849"/>
            <a:ext cx="1502229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endParaRPr lang="nl-NL" sz="1600" b="1" dirty="0">
              <a:solidFill>
                <a:schemeClr val="bg1"/>
              </a:solidFill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B5015851-FF08-EF28-18DB-FA011A956F3F}"/>
              </a:ext>
            </a:extLst>
          </p:cNvPr>
          <p:cNvSpPr txBox="1"/>
          <p:nvPr/>
        </p:nvSpPr>
        <p:spPr>
          <a:xfrm>
            <a:off x="8523513" y="4530337"/>
            <a:ext cx="76201" cy="33706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529E41DE-0FC6-122D-3560-0FA22F0CB5FF}"/>
              </a:ext>
            </a:extLst>
          </p:cNvPr>
          <p:cNvSpPr txBox="1"/>
          <p:nvPr/>
        </p:nvSpPr>
        <p:spPr>
          <a:xfrm>
            <a:off x="6215742" y="2486837"/>
            <a:ext cx="5584372" cy="338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= integer root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answer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 (like 4 as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sqrt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(4)=2 is integer)</a:t>
            </a:r>
          </a:p>
        </p:txBody>
      </p:sp>
      <p:cxnSp>
        <p:nvCxnSpPr>
          <p:cNvPr id="21" name="Rechte verbindingslijn 20">
            <a:extLst>
              <a:ext uri="{FF2B5EF4-FFF2-40B4-BE49-F238E27FC236}">
                <a16:creationId xmlns:a16="http://schemas.microsoft.com/office/drawing/2014/main" id="{A366B8F4-3E11-9331-E598-23007263C997}"/>
              </a:ext>
            </a:extLst>
          </p:cNvPr>
          <p:cNvCxnSpPr/>
          <p:nvPr/>
        </p:nvCxnSpPr>
        <p:spPr>
          <a:xfrm>
            <a:off x="5921829" y="3156857"/>
            <a:ext cx="3940628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697</Words>
  <Application>Microsoft Office PowerPoint</Application>
  <PresentationFormat>Breedbeeld</PresentationFormat>
  <Paragraphs>45</Paragraphs>
  <Slides>46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46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32</cp:revision>
  <dcterms:created xsi:type="dcterms:W3CDTF">2026-07-15T18:23:39Z</dcterms:created>
  <dcterms:modified xsi:type="dcterms:W3CDTF">2026-08-14T17:30:22Z</dcterms:modified>
</cp:coreProperties>
</file>
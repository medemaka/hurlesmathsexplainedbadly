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275" r:id="rId23"/>
    <p:sldId id="276" r:id="rId24"/>
    <p:sldId id="299" r:id="rId25"/>
    <p:sldId id="300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7-8-2026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657</Words>
  <Application>Microsoft Office PowerPoint</Application>
  <PresentationFormat>Breedbeeld</PresentationFormat>
  <Paragraphs>39</Paragraphs>
  <Slides>45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22</cp:revision>
  <dcterms:created xsi:type="dcterms:W3CDTF">2026-07-15T18:23:39Z</dcterms:created>
  <dcterms:modified xsi:type="dcterms:W3CDTF">2026-08-07T20:11:04Z</dcterms:modified>
</cp:coreProperties>
</file>
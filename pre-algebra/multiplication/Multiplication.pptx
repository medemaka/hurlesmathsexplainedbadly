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photoAlbum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399759-8B9C-BDD8-5E17-4807E65C98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83508D9D-07EE-6E9E-5BEB-1CB32B47D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A58D711-0C6A-833B-5CB7-B7C240EEE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2D6C-4B48-424A-9050-4628590A7FFB}" type="datetimeFigureOut">
              <a:rPr lang="nl-NL" smtClean="0"/>
              <a:t>12-2-2026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1D16856-1082-1198-6B1C-F8EEDBD81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2756949-F699-8F45-02EF-4FD8C0C6D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1932F-7BE9-4C68-897A-57D4396BD67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49933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39D9FD-D8E8-4EA4-4EF2-E1ECE6148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81B366F-97FF-5CAB-63E2-1BA99C49BC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4109444-65D8-A4A8-7606-E087BADB6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2D6C-4B48-424A-9050-4628590A7FFB}" type="datetimeFigureOut">
              <a:rPr lang="nl-NL" smtClean="0"/>
              <a:t>12-2-2026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54032D2-F6CF-6B81-6C21-5A18E6CFF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D7143D9-FE72-884F-682E-F8AAB0BA7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1932F-7BE9-4C68-897A-57D4396BD67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88712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830E2A-6DCE-2B20-572D-DA8027D87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14F5A4E-9C60-F422-374D-79CEA1FFF8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EDDEB85-2F56-DAA9-0EE7-E25C7A382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2D6C-4B48-424A-9050-4628590A7FFB}" type="datetimeFigureOut">
              <a:rPr lang="nl-NL" smtClean="0"/>
              <a:t>12-2-2026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33E3D33-12F0-64D6-2008-F24A55A2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1339CBC-B9BE-7F2A-A271-B9212CBA7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1932F-7BE9-4C68-897A-57D4396BD67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72533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74E4E7-D28C-DC16-EA04-C193D7C22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7BCE650-77F5-CF8E-C274-C904016C6B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DFFC7426-3B4C-43A9-267B-38ED1C843D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B272B497-BD6C-23CC-75C8-A60A4B4E9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2D6C-4B48-424A-9050-4628590A7FFB}" type="datetimeFigureOut">
              <a:rPr lang="nl-NL" smtClean="0"/>
              <a:t>12-2-2026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786E1851-7FE2-D9A8-37EB-961D9733D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2C46843B-8BE3-BED6-78E0-86AD3D8F2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1932F-7BE9-4C68-897A-57D4396BD67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50264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D95BF7-9210-1F5D-5FE9-099EA206B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8DA0202-AE5E-8358-F9C7-FB9023800B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3ECC4028-3861-A7EB-6124-AC17F255ED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F3737C5B-9B5A-7773-C513-85605E2826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0AA9360C-FD55-659A-6134-A4263C69FC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1FAA35DA-FE38-619A-2770-8DF8890A7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2D6C-4B48-424A-9050-4628590A7FFB}" type="datetimeFigureOut">
              <a:rPr lang="nl-NL" smtClean="0"/>
              <a:t>12-2-2026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70332AD0-6BFD-4507-E1D6-48B54C188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4F78E12C-162C-656A-2ED1-9D3FC4F19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1932F-7BE9-4C68-897A-57D4396BD67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94339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0E27EE-E06F-4C95-8C00-04F4C29E4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9E59301A-B49F-30DF-0B5B-B629528A2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2D6C-4B48-424A-9050-4628590A7FFB}" type="datetimeFigureOut">
              <a:rPr lang="nl-NL" smtClean="0"/>
              <a:t>12-2-2026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9542A63E-AEBF-ED79-8ADD-C7715610D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3977DC0F-0377-834E-8FEF-31FCF083E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1932F-7BE9-4C68-897A-57D4396BD67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23733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66FC1AB5-A5E2-5DC2-AC99-C8F130455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2D6C-4B48-424A-9050-4628590A7FFB}" type="datetimeFigureOut">
              <a:rPr lang="nl-NL" smtClean="0"/>
              <a:t>12-2-2026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A915F8C1-CB12-31FB-6DD1-4A8C23923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EEC65FD-28AF-AD92-207C-6E5CB9A70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1932F-7BE9-4C68-897A-57D4396BD67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18192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565FA0-3582-88A0-37D6-9A57C9ADE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7DFD410-8FC2-31B5-3231-2C4B202A9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4B8B327E-C7C7-2872-6FD5-B8A48DC33A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BAE10C1-5CD1-1B2D-FD53-06F4C5400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2D6C-4B48-424A-9050-4628590A7FFB}" type="datetimeFigureOut">
              <a:rPr lang="nl-NL" smtClean="0"/>
              <a:t>12-2-2026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9906BB69-7C59-8200-8288-B9A5D5C9F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5D4630B7-6833-7369-ABE4-091E478E9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1932F-7BE9-4C68-897A-57D4396BD67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03224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416562-99AE-9ECC-B10C-C5FEC2354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08F3B867-00EB-E425-2E10-59277CE051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D535D12C-F42F-CC9D-B659-5926A4F2AB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C3D36D6-558A-C1C6-41E1-1BC999EA3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2D6C-4B48-424A-9050-4628590A7FFB}" type="datetimeFigureOut">
              <a:rPr lang="nl-NL" smtClean="0"/>
              <a:t>12-2-2026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066A64D3-BA1A-B514-6092-FA7B4C73D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EBDC234C-ACEE-6622-F9F3-AFE70F6EB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1932F-7BE9-4C68-897A-57D4396BD67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20888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9509F0-24C8-A935-16FB-B0F3C0D25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E5DA67-97C9-04CC-B999-C4F40FB4FE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0B43908-1170-BEC8-277F-689C1370F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2D6C-4B48-424A-9050-4628590A7FFB}" type="datetimeFigureOut">
              <a:rPr lang="nl-NL" smtClean="0"/>
              <a:t>12-2-2026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60B55A2-EF3D-E868-74F5-25364F8DF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B0DC11D-0C60-FEC4-50FC-AE8C16149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1932F-7BE9-4C68-897A-57D4396BD67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44337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A199C0A1-E700-1722-7AF7-5004C92A00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FA75C8AF-6AC7-AB16-7D36-66991AAE5A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1C498E4-12BD-BEAA-6E35-90350A944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2D6C-4B48-424A-9050-4628590A7FFB}" type="datetimeFigureOut">
              <a:rPr lang="nl-NL" smtClean="0"/>
              <a:t>12-2-2026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8434CB5-CA9A-8545-8F8B-98963C42E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FD67DCE-DEBF-D20E-92F3-18A6CBB75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1932F-7BE9-4C68-897A-57D4396BD67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23013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694CFCE0-A69C-F1E9-76D9-070DE7349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F375E3E-576C-8A52-A3CF-20179BEE12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7632CF6-510A-AA50-2623-754A554379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532D6C-4B48-424A-9050-4628590A7FFB}" type="datetimeFigureOut">
              <a:rPr lang="nl-NL" smtClean="0"/>
              <a:t>12-2-2026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8A2FAF8-B080-6F42-F0CF-F7196D8B68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339AD66-C2F6-4CEA-3275-60B58B93E3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71932F-7BE9-4C68-897A-57D4396BD67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644429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4A2FA7-8874-73FA-E77B-37EE089491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 err="1"/>
              <a:t>Multiplication</a:t>
            </a:r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B9B70F80-540D-FBCA-CF8E-7125A329E9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 err="1"/>
              <a:t>By</a:t>
            </a:r>
            <a:r>
              <a:rPr lang="nl-NL" dirty="0"/>
              <a:t> </a:t>
            </a:r>
            <a:r>
              <a:rPr lang="nl-NL" dirty="0" err="1"/>
              <a:t>Hurles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23083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564)">
            <a:extLst>
              <a:ext uri="{FF2B5EF4-FFF2-40B4-BE49-F238E27FC236}">
                <a16:creationId xmlns:a16="http://schemas.microsoft.com/office/drawing/2014/main" id="{CA946629-6ACC-EDC3-6B05-8BD92C8B5E0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4650"/>
            <a:ext cx="12192000" cy="610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02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565)">
            <a:extLst>
              <a:ext uri="{FF2B5EF4-FFF2-40B4-BE49-F238E27FC236}">
                <a16:creationId xmlns:a16="http://schemas.microsoft.com/office/drawing/2014/main" id="{F585C543-73B5-56E1-7AE9-363D57DDFC1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663" y="0"/>
            <a:ext cx="114966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907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566)">
            <a:extLst>
              <a:ext uri="{FF2B5EF4-FFF2-40B4-BE49-F238E27FC236}">
                <a16:creationId xmlns:a16="http://schemas.microsoft.com/office/drawing/2014/main" id="{8F75F26C-437B-AFA4-17DD-D8223915B0B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713" y="0"/>
            <a:ext cx="117125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945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568)">
            <a:extLst>
              <a:ext uri="{FF2B5EF4-FFF2-40B4-BE49-F238E27FC236}">
                <a16:creationId xmlns:a16="http://schemas.microsoft.com/office/drawing/2014/main" id="{4529A1C9-F621-0068-B210-F657C31A4F9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4425"/>
            <a:ext cx="12192000" cy="462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423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569)">
            <a:extLst>
              <a:ext uri="{FF2B5EF4-FFF2-40B4-BE49-F238E27FC236}">
                <a16:creationId xmlns:a16="http://schemas.microsoft.com/office/drawing/2014/main" id="{3973B9A6-D191-F1B7-5867-ED35B60EE7E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7050"/>
            <a:ext cx="12192000" cy="580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040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570)">
            <a:extLst>
              <a:ext uri="{FF2B5EF4-FFF2-40B4-BE49-F238E27FC236}">
                <a16:creationId xmlns:a16="http://schemas.microsoft.com/office/drawing/2014/main" id="{4B2EE418-EA4E-3565-80F2-B6361B0849F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55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571)">
            <a:extLst>
              <a:ext uri="{FF2B5EF4-FFF2-40B4-BE49-F238E27FC236}">
                <a16:creationId xmlns:a16="http://schemas.microsoft.com/office/drawing/2014/main" id="{4930334B-FB6F-0906-E0F4-5940FF5FD65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9575"/>
            <a:ext cx="12192000" cy="6037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945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572)">
            <a:extLst>
              <a:ext uri="{FF2B5EF4-FFF2-40B4-BE49-F238E27FC236}">
                <a16:creationId xmlns:a16="http://schemas.microsoft.com/office/drawing/2014/main" id="{0763121D-B5AE-8565-255E-4DDBF474671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0"/>
            <a:ext cx="11174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529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574)">
            <a:extLst>
              <a:ext uri="{FF2B5EF4-FFF2-40B4-BE49-F238E27FC236}">
                <a16:creationId xmlns:a16="http://schemas.microsoft.com/office/drawing/2014/main" id="{55C8460D-7665-F21E-026B-6BF992E4598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175" y="0"/>
            <a:ext cx="116760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3827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575)">
            <a:extLst>
              <a:ext uri="{FF2B5EF4-FFF2-40B4-BE49-F238E27FC236}">
                <a16:creationId xmlns:a16="http://schemas.microsoft.com/office/drawing/2014/main" id="{FA87C7AD-07B5-4745-EA5D-C590C7250A2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313" y="0"/>
            <a:ext cx="115093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3933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576)">
            <a:extLst>
              <a:ext uri="{FF2B5EF4-FFF2-40B4-BE49-F238E27FC236}">
                <a16:creationId xmlns:a16="http://schemas.microsoft.com/office/drawing/2014/main" id="{7D565DCD-6452-C1D6-84EE-6BCC39C4A40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050" y="0"/>
            <a:ext cx="111363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970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577)">
            <a:extLst>
              <a:ext uri="{FF2B5EF4-FFF2-40B4-BE49-F238E27FC236}">
                <a16:creationId xmlns:a16="http://schemas.microsoft.com/office/drawing/2014/main" id="{544AC039-967A-658F-B5EA-2A5F6A0C342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550" y="0"/>
            <a:ext cx="112649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762099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Breedbeeld</PresentationFormat>
  <Paragraphs>2</Paragraphs>
  <Slides>13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Kantoorthema</vt:lpstr>
      <vt:lpstr>Multiplication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van Gelderen</dc:creator>
  <cp:lastModifiedBy>William van Gelderen</cp:lastModifiedBy>
  <cp:revision>1</cp:revision>
  <dcterms:created xsi:type="dcterms:W3CDTF">2026-02-12T19:38:16Z</dcterms:created>
  <dcterms:modified xsi:type="dcterms:W3CDTF">2026-02-12T19:39:11Z</dcterms:modified>
</cp:coreProperties>
</file>
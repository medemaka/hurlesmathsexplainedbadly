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99759-8B9C-BDD8-5E17-4807E65C9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3508D9D-07EE-6E9E-5BEB-1CB32B47D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58D711-0C6A-833B-5CB7-B7C240EE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1D16856-1082-1198-6B1C-F8EEDBD8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756949-F699-8F45-02EF-4FD8C0C6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993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9D9FD-D8E8-4EA4-4EF2-E1ECE614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1B366F-97FF-5CAB-63E2-1BA99C49B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109444-65D8-A4A8-7606-E087BADB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4032D2-F6CF-6B81-6C21-5A18E6CF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7143D9-FE72-884F-682E-F8AAB0BA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871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30E2A-6DCE-2B20-572D-DA8027D8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4F5A4E-9C60-F422-374D-79CEA1FFF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DDEB85-2F56-DAA9-0EE7-E25C7A38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3E3D33-12F0-64D6-2008-F24A55A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339CBC-B9BE-7F2A-A271-B9212CBA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2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4E4E7-D28C-DC16-EA04-C193D7C2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BCE650-77F5-CF8E-C274-C904016C6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FFC7426-3B4C-43A9-267B-38ED1C843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272B497-BD6C-23CC-75C8-A60A4B4E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86E1851-7FE2-D9A8-37EB-961D9733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C46843B-8BE3-BED6-78E0-86AD3D8F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026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95BF7-9210-1F5D-5FE9-099EA206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8DA0202-AE5E-8358-F9C7-FB9023800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CC4028-3861-A7EB-6124-AC17F255E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3737C5B-9B5A-7773-C513-85605E282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AA9360C-FD55-659A-6134-A4263C69F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FAA35DA-FE38-619A-2770-8DF8890A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0332AD0-6BFD-4507-E1D6-48B54C18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F78E12C-162C-656A-2ED1-9D3FC4F1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433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27EE-E06F-4C95-8C00-04F4C29E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E59301A-B49F-30DF-0B5B-B629528A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542A63E-AEBF-ED79-8ADD-C7715610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77DC0F-0377-834E-8FEF-31FCF083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37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6FC1AB5-A5E2-5DC2-AC99-C8F13045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915F8C1-CB12-31FB-6DD1-4A8C2392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EEC65FD-28AF-AD92-207C-6E5CB9A7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819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5FA0-3582-88A0-37D6-9A57C9AD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DFD410-8FC2-31B5-3231-2C4B202A9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B8B327E-C7C7-2872-6FD5-B8A48DC33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BAE10C1-5CD1-1B2D-FD53-06F4C540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06BB69-7C59-8200-8288-B9A5D5C9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4630B7-6833-7369-ABE4-091E478E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322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16562-99AE-9ECC-B10C-C5FEC235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8F3B867-00EB-E425-2E10-59277CE05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35D12C-F42F-CC9D-B659-5926A4F2A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C3D36D6-558A-C1C6-41E1-1BC999EA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66A64D3-BA1A-B514-6092-FA7B4C73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BDC234C-ACEE-6622-F9F3-AFE70F6E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88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509F0-24C8-A935-16FB-B0F3C0D2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E5DA67-97C9-04CC-B999-C4F40FB4F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B43908-1170-BEC8-277F-689C1370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0B55A2-EF3D-E868-74F5-25364F8D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0DC11D-0C60-FEC4-50FC-AE8C1614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433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199C0A1-E700-1722-7AF7-5004C92A0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A75C8AF-6AC7-AB16-7D36-66991AAE5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1C498E4-12BD-BEAA-6E35-90350A94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8434CB5-CA9A-8545-8F8B-98963C42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FD67DCE-DEBF-D20E-92F3-18A6CBB7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301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94CFCE0-A69C-F1E9-76D9-070DE734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375E3E-576C-8A52-A3CF-20179BEE1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7632CF6-510A-AA50-2623-754A55437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32D6C-4B48-424A-9050-4628590A7FFB}" type="datetimeFigureOut">
              <a:rPr lang="nl-NL" smtClean="0"/>
              <a:t>15-8-2026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A2FAF8-B080-6F42-F0CF-F7196D8B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39AD66-C2F6-4CEA-3275-60B58B93E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4442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A2FA7-8874-73FA-E77B-37EE08949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Multiplication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9B70F80-540D-FBCA-CF8E-7125A329E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308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4)">
            <a:extLst>
              <a:ext uri="{FF2B5EF4-FFF2-40B4-BE49-F238E27FC236}">
                <a16:creationId xmlns:a16="http://schemas.microsoft.com/office/drawing/2014/main" id="{CA946629-6ACC-EDC3-6B05-8BD92C8B5E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650"/>
            <a:ext cx="12192000" cy="61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5)">
            <a:extLst>
              <a:ext uri="{FF2B5EF4-FFF2-40B4-BE49-F238E27FC236}">
                <a16:creationId xmlns:a16="http://schemas.microsoft.com/office/drawing/2014/main" id="{F585C543-73B5-56E1-7AE9-363D57DDFC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3" y="0"/>
            <a:ext cx="11496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0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6)">
            <a:extLst>
              <a:ext uri="{FF2B5EF4-FFF2-40B4-BE49-F238E27FC236}">
                <a16:creationId xmlns:a16="http://schemas.microsoft.com/office/drawing/2014/main" id="{8F75F26C-437B-AFA4-17DD-D8223915B0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3" y="0"/>
            <a:ext cx="11712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4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8)">
            <a:extLst>
              <a:ext uri="{FF2B5EF4-FFF2-40B4-BE49-F238E27FC236}">
                <a16:creationId xmlns:a16="http://schemas.microsoft.com/office/drawing/2014/main" id="{4529A1C9-F621-0068-B210-F657C31A4F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425"/>
            <a:ext cx="12192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2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9)">
            <a:extLst>
              <a:ext uri="{FF2B5EF4-FFF2-40B4-BE49-F238E27FC236}">
                <a16:creationId xmlns:a16="http://schemas.microsoft.com/office/drawing/2014/main" id="{3973B9A6-D191-F1B7-5867-ED35B60EE7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4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0)">
            <a:extLst>
              <a:ext uri="{FF2B5EF4-FFF2-40B4-BE49-F238E27FC236}">
                <a16:creationId xmlns:a16="http://schemas.microsoft.com/office/drawing/2014/main" id="{4B2EE418-EA4E-3565-80F2-B6361B0849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1)">
            <a:extLst>
              <a:ext uri="{FF2B5EF4-FFF2-40B4-BE49-F238E27FC236}">
                <a16:creationId xmlns:a16="http://schemas.microsoft.com/office/drawing/2014/main" id="{4930334B-FB6F-0906-E0F4-5940FF5FD6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575"/>
            <a:ext cx="12192000" cy="60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45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2)">
            <a:extLst>
              <a:ext uri="{FF2B5EF4-FFF2-40B4-BE49-F238E27FC236}">
                <a16:creationId xmlns:a16="http://schemas.microsoft.com/office/drawing/2014/main" id="{0763121D-B5AE-8565-255E-4DDBF47467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0"/>
            <a:ext cx="11174413" cy="685800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0C420CBA-1510-47AD-81E7-505175BE7E53}"/>
              </a:ext>
            </a:extLst>
          </p:cNvPr>
          <p:cNvSpPr txBox="1"/>
          <p:nvPr/>
        </p:nvSpPr>
        <p:spPr>
          <a:xfrm>
            <a:off x="8469086" y="3429000"/>
            <a:ext cx="53340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nl-NL" sz="24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052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4)">
            <a:extLst>
              <a:ext uri="{FF2B5EF4-FFF2-40B4-BE49-F238E27FC236}">
                <a16:creationId xmlns:a16="http://schemas.microsoft.com/office/drawing/2014/main" id="{55C8460D-7665-F21E-026B-6BF992E459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0"/>
            <a:ext cx="11676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8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5)">
            <a:extLst>
              <a:ext uri="{FF2B5EF4-FFF2-40B4-BE49-F238E27FC236}">
                <a16:creationId xmlns:a16="http://schemas.microsoft.com/office/drawing/2014/main" id="{FA87C7AD-07B5-4745-EA5D-C590C7250A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13" y="0"/>
            <a:ext cx="11509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93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6)">
            <a:extLst>
              <a:ext uri="{FF2B5EF4-FFF2-40B4-BE49-F238E27FC236}">
                <a16:creationId xmlns:a16="http://schemas.microsoft.com/office/drawing/2014/main" id="{7D565DCD-6452-C1D6-84EE-6BCC39C4A4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0"/>
            <a:ext cx="11136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7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7)">
            <a:extLst>
              <a:ext uri="{FF2B5EF4-FFF2-40B4-BE49-F238E27FC236}">
                <a16:creationId xmlns:a16="http://schemas.microsoft.com/office/drawing/2014/main" id="{544AC039-967A-658F-B5EA-2A5F6A0C34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620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Breedbeeld</PresentationFormat>
  <Paragraphs>3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Kantoorthema</vt:lpstr>
      <vt:lpstr>Multiplication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</cp:revision>
  <dcterms:created xsi:type="dcterms:W3CDTF">2026-02-12T19:38:16Z</dcterms:created>
  <dcterms:modified xsi:type="dcterms:W3CDTF">2026-08-15T06:45:19Z</dcterms:modified>
</cp:coreProperties>
</file>
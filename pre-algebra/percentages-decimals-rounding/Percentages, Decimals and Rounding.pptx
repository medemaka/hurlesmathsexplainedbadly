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photoAlbum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AA2445-C737-28CE-7927-733749F613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1AE3E511-2A78-E49A-F88E-136370FD7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A49A233-173E-08B7-9E6A-00B6A2BC2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94D12-F1AB-4EC7-9405-E4851B3C84AD}" type="datetimeFigureOut">
              <a:rPr lang="nl-NL" smtClean="0"/>
              <a:t>15-5-2026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F983FC2-BCEC-ADEE-AD74-4841D54FB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956D15F-BD59-16BC-0C04-BBA760E1E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E542-35D9-46F4-A7A1-39A7B2C648E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692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AACF94-E545-9010-240E-F3FADA996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0C1912A-F5FA-509B-1A65-5CEBE51C4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FB85B2E-209B-197D-1A91-DCCAAB485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94D12-F1AB-4EC7-9405-E4851B3C84AD}" type="datetimeFigureOut">
              <a:rPr lang="nl-NL" smtClean="0"/>
              <a:t>15-5-2026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51B1E33-70CD-F5B0-267D-E8111C38B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429CE6B-F5C1-9100-372B-B2D7E68D7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E542-35D9-46F4-A7A1-39A7B2C648E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06059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60C658-B3EE-B651-4896-0BF6A48BB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C9613AD-2175-FA1E-25AB-669CD8654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64B6246-50F9-38F5-4CAC-CC9F64522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94D12-F1AB-4EC7-9405-E4851B3C84AD}" type="datetimeFigureOut">
              <a:rPr lang="nl-NL" smtClean="0"/>
              <a:t>15-5-2026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6E51764-86F4-89B4-4ADB-53886CA56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5D14C8F-9494-C767-7861-DCDE80ACD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E542-35D9-46F4-A7A1-39A7B2C648E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03822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66AF48-51ED-EDDB-A6D4-ED9DC716F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7F09F92-4C7A-5AFC-01EB-024274C7A6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E5CA88E-0A1D-8A3C-CE62-CA27350E73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24B3937-0F8F-645A-F4E9-5B5E46C16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94D12-F1AB-4EC7-9405-E4851B3C84AD}" type="datetimeFigureOut">
              <a:rPr lang="nl-NL" smtClean="0"/>
              <a:t>15-5-2026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16024E8-8597-D116-28D3-7577A98B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5096967-C8A3-E861-451A-88AD65BE5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E542-35D9-46F4-A7A1-39A7B2C648E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44826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959703-A378-3A61-A33E-17641199A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D11C19B-3206-F46B-FEA7-FBD599D9E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C8A178A-FFDA-EA05-E085-7BF666451B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E56B1C66-EC97-640E-2E74-964C5A4FC3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444727E-2D5B-FB23-D058-0E9DB481C5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BE68498F-CA3E-9F90-600E-D439DC70D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94D12-F1AB-4EC7-9405-E4851B3C84AD}" type="datetimeFigureOut">
              <a:rPr lang="nl-NL" smtClean="0"/>
              <a:t>15-5-2026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8748DBAA-1B90-F4A2-34E2-DADBF516F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0F0F9B7B-4043-FB1D-0F11-484C4BFE1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E542-35D9-46F4-A7A1-39A7B2C648E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42562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F44D08-1CCD-F433-2AFB-B0A64ABF2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411B7DF1-EBAF-B974-BE68-C0F991909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94D12-F1AB-4EC7-9405-E4851B3C84AD}" type="datetimeFigureOut">
              <a:rPr lang="nl-NL" smtClean="0"/>
              <a:t>15-5-2026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2E19BF20-4223-E941-FCAD-8460A486E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00F627D-0ED9-DE15-94FD-7C0BC080C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E542-35D9-46F4-A7A1-39A7B2C648E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9397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75ECA41B-FCC5-BF67-2DD6-C3AB59992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94D12-F1AB-4EC7-9405-E4851B3C84AD}" type="datetimeFigureOut">
              <a:rPr lang="nl-NL" smtClean="0"/>
              <a:t>15-5-2026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54349B1C-033A-3DDF-AE3C-518D3B8C6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E4A3662-C4E7-ED3F-7002-F1458CC50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E542-35D9-46F4-A7A1-39A7B2C648E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10417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5BD444-3514-2CB8-8519-3DF312AC5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FEEA45-8268-0F83-43BF-FE2071F31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342FCA4-408A-A2FC-656A-D5EBF3A210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546CB0A-2E9D-9B31-C71B-3A5F8456A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94D12-F1AB-4EC7-9405-E4851B3C84AD}" type="datetimeFigureOut">
              <a:rPr lang="nl-NL" smtClean="0"/>
              <a:t>15-5-2026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2E36976-63A9-CC89-A993-21120E386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11A4712-CCFD-40FF-1852-7475A88CF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E542-35D9-46F4-A7A1-39A7B2C648E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44265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711B96-5940-9A39-DC16-AF66F6EC7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EF1A13ED-36D1-68D6-C8D7-B4A9C0D7B9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6446C53-A107-3664-50F7-06D5E9721F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D52D88C-3400-BE22-B162-01734E6B5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94D12-F1AB-4EC7-9405-E4851B3C84AD}" type="datetimeFigureOut">
              <a:rPr lang="nl-NL" smtClean="0"/>
              <a:t>15-5-2026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F48A12F-2FFB-F1AC-FF1D-6DAAF7640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81D3E6A-B314-7B49-C903-5AE027906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E542-35D9-46F4-A7A1-39A7B2C648E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13628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515770-B75E-76B1-CB59-1E3896F22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0EF6E5AC-E07B-80F6-823A-02FF272562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EF9B3B3-6A5B-24D0-EDC1-FB2099FED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94D12-F1AB-4EC7-9405-E4851B3C84AD}" type="datetimeFigureOut">
              <a:rPr lang="nl-NL" smtClean="0"/>
              <a:t>15-5-2026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B8DB509-D29F-7CDA-D271-801E9FC39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5BC9586-69E4-7FBD-10BC-F6F021467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E542-35D9-46F4-A7A1-39A7B2C648E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81396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17E85E6E-AC78-0D7F-33F8-109CBBDB22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1814E0F5-FCA7-A07F-E674-B848C2239C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607088A-D4A7-A529-EAED-F11A93418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94D12-F1AB-4EC7-9405-E4851B3C84AD}" type="datetimeFigureOut">
              <a:rPr lang="nl-NL" smtClean="0"/>
              <a:t>15-5-2026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E02843F-40DC-198F-26F9-B7EDFD857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47F19E6-A5E7-8282-30A4-E75F0BF5A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E542-35D9-46F4-A7A1-39A7B2C648E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79660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8008ACA7-FD22-28AF-DDF1-01DB97E04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E17BFC9-D408-CA14-D3DB-AB4D8ACB1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F2C2CE5-4F28-D0FB-61D0-F07EF21095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394D12-F1AB-4EC7-9405-E4851B3C84AD}" type="datetimeFigureOut">
              <a:rPr lang="nl-NL" smtClean="0"/>
              <a:t>15-5-2026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BB10EC7-1E50-ED44-36B3-C6FBEBC60F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E6E29BC-3453-D848-74CE-FA1A41F6C8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02E542-35D9-46F4-A7A1-39A7B2C648E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295751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BA2B0F-8B62-4394-4789-FE6442D9F6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Percentages, </a:t>
            </a:r>
            <a:r>
              <a:rPr lang="nl-NL" dirty="0" err="1"/>
              <a:t>Decimals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Rounding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E0988985-31F5-7E15-AF60-15188CB2D9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Hurles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28466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798)">
            <a:extLst>
              <a:ext uri="{FF2B5EF4-FFF2-40B4-BE49-F238E27FC236}">
                <a16:creationId xmlns:a16="http://schemas.microsoft.com/office/drawing/2014/main" id="{0FBE5A28-BB11-40E6-C657-87BCC87C67D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2788"/>
            <a:ext cx="12192000" cy="543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883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799)1">
            <a:extLst>
              <a:ext uri="{FF2B5EF4-FFF2-40B4-BE49-F238E27FC236}">
                <a16:creationId xmlns:a16="http://schemas.microsoft.com/office/drawing/2014/main" id="{95F0D316-D62B-9EE3-B081-3A7AF983F81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2488"/>
            <a:ext cx="12192000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258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799)2">
            <a:extLst>
              <a:ext uri="{FF2B5EF4-FFF2-40B4-BE49-F238E27FC236}">
                <a16:creationId xmlns:a16="http://schemas.microsoft.com/office/drawing/2014/main" id="{44D88F16-0ACB-46A3-FA2F-419CB02DE76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19238"/>
            <a:ext cx="12192000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755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800)">
            <a:extLst>
              <a:ext uri="{FF2B5EF4-FFF2-40B4-BE49-F238E27FC236}">
                <a16:creationId xmlns:a16="http://schemas.microsoft.com/office/drawing/2014/main" id="{E77DFC11-36CF-9955-8107-3CE3CE9DA9C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5" y="0"/>
            <a:ext cx="11906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974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801)">
            <a:extLst>
              <a:ext uri="{FF2B5EF4-FFF2-40B4-BE49-F238E27FC236}">
                <a16:creationId xmlns:a16="http://schemas.microsoft.com/office/drawing/2014/main" id="{F7F2464E-F61E-0BF7-5D15-935BB7D7ED1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013"/>
            <a:ext cx="12192000" cy="6656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425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802)">
            <a:extLst>
              <a:ext uri="{FF2B5EF4-FFF2-40B4-BE49-F238E27FC236}">
                <a16:creationId xmlns:a16="http://schemas.microsoft.com/office/drawing/2014/main" id="{BDF52282-9864-7E2F-39FE-AEF52184AF3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55788"/>
            <a:ext cx="12192000" cy="314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646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803)">
            <a:extLst>
              <a:ext uri="{FF2B5EF4-FFF2-40B4-BE49-F238E27FC236}">
                <a16:creationId xmlns:a16="http://schemas.microsoft.com/office/drawing/2014/main" id="{CF90F200-8F00-C5B0-2F8A-0FEB5130E15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4488"/>
            <a:ext cx="12192000" cy="616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743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804)">
            <a:extLst>
              <a:ext uri="{FF2B5EF4-FFF2-40B4-BE49-F238E27FC236}">
                <a16:creationId xmlns:a16="http://schemas.microsoft.com/office/drawing/2014/main" id="{ED9A9EAF-E3C2-C1A1-FB4E-C9F7E00269C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1625"/>
            <a:ext cx="12192000" cy="6253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914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805)">
            <a:extLst>
              <a:ext uri="{FF2B5EF4-FFF2-40B4-BE49-F238E27FC236}">
                <a16:creationId xmlns:a16="http://schemas.microsoft.com/office/drawing/2014/main" id="{AAA921EF-43A5-69AD-2134-88BF5340E8C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800"/>
            <a:ext cx="12192000" cy="675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729454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</Words>
  <Application>Microsoft Office PowerPoint</Application>
  <PresentationFormat>Breedbeeld</PresentationFormat>
  <Paragraphs>2</Paragraphs>
  <Slides>10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Kantoorthema</vt:lpstr>
      <vt:lpstr>Percentages, Decimals and Rounding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van Gelderen</dc:creator>
  <cp:lastModifiedBy>William van Gelderen</cp:lastModifiedBy>
  <cp:revision>1</cp:revision>
  <dcterms:created xsi:type="dcterms:W3CDTF">2026-05-15T16:48:14Z</dcterms:created>
  <dcterms:modified xsi:type="dcterms:W3CDTF">2026-05-15T16:58:14Z</dcterms:modified>
</cp:coreProperties>
</file>
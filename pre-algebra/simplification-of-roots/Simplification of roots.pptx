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307" r:id="rId4"/>
    <p:sldId id="257" r:id="rId5"/>
    <p:sldId id="258" r:id="rId6"/>
    <p:sldId id="259" r:id="rId7"/>
    <p:sldId id="260" r:id="rId8"/>
    <p:sldId id="261" r:id="rId9"/>
    <p:sldId id="262" r:id="rId10"/>
    <p:sldId id="278" r:id="rId11"/>
    <p:sldId id="279" r:id="rId12"/>
    <p:sldId id="280" r:id="rId13"/>
    <p:sldId id="303" r:id="rId14"/>
    <p:sldId id="304" r:id="rId15"/>
    <p:sldId id="305" r:id="rId16"/>
    <p:sldId id="306" r:id="rId17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aamloze sectie" id="{98836923-0563-4A17-98DF-05D45902517C}">
          <p14:sldIdLst>
            <p14:sldId id="256"/>
            <p14:sldId id="277"/>
            <p14:sldId id="307"/>
            <p14:sldId id="257"/>
            <p14:sldId id="258"/>
            <p14:sldId id="259"/>
            <p14:sldId id="260"/>
            <p14:sldId id="261"/>
            <p14:sldId id="262"/>
            <p14:sldId id="278"/>
            <p14:sldId id="279"/>
            <p14:sldId id="280"/>
            <p14:sldId id="303"/>
            <p14:sldId id="304"/>
            <p14:sldId id="305"/>
            <p14:sldId id="30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-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215D0-6475-0276-30D9-1D27D9C81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2E3CE9C-2AAC-6A3C-032E-68EB4CE0E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1847336-D470-6DA6-A56D-D09E3E7E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AC961-5D22-4DE3-8DB2-20A96B879AC6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CF1A2D0-8591-7AAE-6159-A1CCB2E44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C97FACF-8885-FE82-7868-3C734DE7C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D6F-93B8-41F3-A21A-520C19EF999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1186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F7DB69-02FB-D06C-DA1A-45EFDDC38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50CA391-9C3C-C674-605F-171A484FD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FB6A7DD-3870-56C5-4124-AEA4E8D2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AC961-5D22-4DE3-8DB2-20A96B879AC6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EC6EDE-28D8-E8B9-D764-37AE9E2E7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AA1B23-5051-769E-47AF-86D3454A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D6F-93B8-41F3-A21A-520C19EF999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75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F8CFAC-4EBF-F90B-0CE2-E6D701F10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81878C8-8563-CED8-E92B-64011C27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0EBF58C-B2E5-A538-F56C-25F7CAF7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AC961-5D22-4DE3-8DB2-20A96B879AC6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1C7810C-5446-23BB-31DE-E1205BAEA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374166F-EE9C-C501-6587-C08578C90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D6F-93B8-41F3-A21A-520C19EF999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2191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B57E78-CC11-5ED1-53CB-D9126207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5729FC0-31DD-8984-A750-45E272BA2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8536903-2396-9DF5-8C55-5C829A368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9359E44-35D9-CA30-A0D8-AC1E2560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AC961-5D22-4DE3-8DB2-20A96B879AC6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BAF8006-68EA-AE9A-D8F4-0414EF62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CD9E294-1EEF-C416-BAA8-056C3522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D6F-93B8-41F3-A21A-520C19EF999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2380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C1E8C-5CF0-758F-B171-29C582C1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188201B-1FF0-F215-6FF0-836AB1C9F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5A8A96D-B03E-FF7E-6EF0-66141FE03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5C168C7-458F-A7C2-5CB9-E4109A46B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C3198776-5577-0679-8135-3571038E4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C60D8B4B-C2B9-78F3-A3B8-36D7FAC16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AC961-5D22-4DE3-8DB2-20A96B879AC6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8EC2DEA-6806-2FF1-9463-07F3DA4B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EE8DFFC-AD1C-1180-2C2C-02785B22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D6F-93B8-41F3-A21A-520C19EF999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772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D254C9-3EDF-7F6A-F546-F0C70F3B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426826A-1641-4341-0C17-C73833F4A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AC961-5D22-4DE3-8DB2-20A96B879AC6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E09A2D5-6372-63C0-C135-C7C9CD26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60FE77B-C4F3-55F2-0477-DEF39201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D6F-93B8-41F3-A21A-520C19EF999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7959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D0BFCEE-6AC3-F831-1A5F-E4F7A7F8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AC961-5D22-4DE3-8DB2-20A96B879AC6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E1F2A6B-D4AC-4246-D15E-A1BFCCCAC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82276EE-2218-0389-A857-96C40F67C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D6F-93B8-41F3-A21A-520C19EF999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690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2759CA-09BE-7696-A609-76CB9BCE8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18BA3DF-3181-142E-FE08-08A9A5F03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C9CE9A4-4BF4-D250-CDA4-4DC77217B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0E10BA5-7C1C-5FCE-CFD6-18CA88BE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AC961-5D22-4DE3-8DB2-20A96B879AC6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BC52E84-80E7-DA88-2811-F7B7C124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F877C36-7B4F-436B-E62C-EECBD010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D6F-93B8-41F3-A21A-520C19EF999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427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2FBC90-544F-393B-F257-B4010437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BC5AEA2-FCE5-0B76-F03B-B2E334A00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CFB3D67-1304-29D4-33DD-BAA528EBA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94AD6CA-2224-6ABD-520B-2B6DB69E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AC961-5D22-4DE3-8DB2-20A96B879AC6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034CA77-B97C-CDED-10B5-8A66351E5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B1FEDCA-C081-8A1D-9750-461158E4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D6F-93B8-41F3-A21A-520C19EF999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7991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C798BE-BFCE-C316-0695-76904C3A8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CDE37DF-2FB1-415F-0BAB-4EDA2B6D6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67B8CDE-E30D-7819-1AD5-19441A91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AC961-5D22-4DE3-8DB2-20A96B879AC6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F8A06C1-66B3-E10B-2E02-931DC646E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F25121A-CAC7-CB4E-CD47-9C59BB464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D6F-93B8-41F3-A21A-520C19EF999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653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79B6A6B-0A38-59CB-7A0B-A984DA5183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880CB16-4208-7868-CD6D-601BC22A2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A51EB5C-475F-B1B5-7DE7-9ADA7037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AC961-5D22-4DE3-8DB2-20A96B879AC6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B5EEAA-DA99-C73B-79D9-EAAF37DCE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775D3E4-ACBE-11D9-D0E4-E36BAC88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D6F-93B8-41F3-A21A-520C19EF999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017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BEEFF62-9AB8-7B03-8FE9-675F20DB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8CF6FE0-DF76-6E59-1A1F-7B39C8ED4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89C39FB-CE8F-CFE1-74B2-0C7AAFE39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AC961-5D22-4DE3-8DB2-20A96B879AC6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9BBBA00-BE4B-C5AF-8A87-1C8F8C9B5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030FC7E-BA8A-29AE-8053-19B3BBA96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C80D6F-93B8-41F3-A21A-520C19EF999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18898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5DFAED-33CC-4326-4FE2-EDAB84D17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Simplification</a:t>
            </a:r>
            <a:r>
              <a:rPr lang="nl-NL" dirty="0"/>
              <a:t> of </a:t>
            </a:r>
            <a:r>
              <a:rPr lang="nl-NL" dirty="0" err="1"/>
              <a:t>roots</a:t>
            </a:r>
            <a:r>
              <a:rPr lang="nl-NL" dirty="0"/>
              <a:t> (in </a:t>
            </a:r>
            <a:r>
              <a:rPr lang="nl-NL" dirty="0" err="1"/>
              <a:t>general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in </a:t>
            </a:r>
            <a:r>
              <a:rPr lang="nl-NL" dirty="0" err="1"/>
              <a:t>fractions</a:t>
            </a:r>
            <a:r>
              <a:rPr lang="nl-NL" dirty="0"/>
              <a:t>)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C9E585A-2242-A886-BC85-9D7A74BDC9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64233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41)">
            <a:extLst>
              <a:ext uri="{FF2B5EF4-FFF2-40B4-BE49-F238E27FC236}">
                <a16:creationId xmlns:a16="http://schemas.microsoft.com/office/drawing/2014/main" id="{BF3BF1A8-75D8-1939-C69E-20C5112E69F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50" y="0"/>
            <a:ext cx="11747500" cy="6858000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74FC60B9-5FFD-4FE9-39AA-27883615AD46}"/>
              </a:ext>
            </a:extLst>
          </p:cNvPr>
          <p:cNvSpPr txBox="1"/>
          <p:nvPr/>
        </p:nvSpPr>
        <p:spPr>
          <a:xfrm>
            <a:off x="6368142" y="3636220"/>
            <a:ext cx="1502229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nl-NL" sz="1600" b="1" dirty="0">
                <a:solidFill>
                  <a:schemeClr val="bg1"/>
                </a:solidFill>
              </a:rPr>
              <a:t>root (here 80)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8CEC679D-CFB4-4E78-6A0F-47080493C8C2}"/>
              </a:ext>
            </a:extLst>
          </p:cNvPr>
          <p:cNvSpPr txBox="1"/>
          <p:nvPr/>
        </p:nvSpPr>
        <p:spPr>
          <a:xfrm>
            <a:off x="3668488" y="3974774"/>
            <a:ext cx="1556658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nl-NL" sz="1600" b="1" u="sng" dirty="0">
                <a:solidFill>
                  <a:schemeClr val="bg1"/>
                </a:solidFill>
              </a:rPr>
              <a:t>integer </a:t>
            </a:r>
            <a:r>
              <a:rPr lang="nl-NL" sz="1600" b="1" u="sng" dirty="0" err="1">
                <a:solidFill>
                  <a:schemeClr val="bg1"/>
                </a:solidFill>
              </a:rPr>
              <a:t>roots</a:t>
            </a:r>
            <a:r>
              <a:rPr lang="nl-NL" sz="1600" b="1" u="sng" dirty="0">
                <a:solidFill>
                  <a:schemeClr val="bg1"/>
                </a:solidFill>
              </a:rPr>
              <a:t> </a:t>
            </a:r>
            <a:r>
              <a:rPr lang="nl-NL" sz="1600" b="1" dirty="0">
                <a:solidFill>
                  <a:schemeClr val="bg1"/>
                </a:solidFill>
              </a:rPr>
              <a:t>(like 4 </a:t>
            </a:r>
            <a:r>
              <a:rPr lang="nl-NL" sz="1600" b="1" dirty="0" err="1">
                <a:solidFill>
                  <a:schemeClr val="bg1"/>
                </a:solidFill>
              </a:rPr>
              <a:t>and</a:t>
            </a:r>
            <a:r>
              <a:rPr lang="nl-NL" sz="1600" b="1" dirty="0">
                <a:solidFill>
                  <a:schemeClr val="bg1"/>
                </a:solidFill>
              </a:rPr>
              <a:t> 9)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57A9AFD7-E592-BADF-D948-D95E137FE9C6}"/>
              </a:ext>
            </a:extLst>
          </p:cNvPr>
          <p:cNvSpPr txBox="1"/>
          <p:nvPr/>
        </p:nvSpPr>
        <p:spPr>
          <a:xfrm>
            <a:off x="8196942" y="4093420"/>
            <a:ext cx="155665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nl-NL" sz="1600" b="1" dirty="0">
                <a:solidFill>
                  <a:schemeClr val="bg1"/>
                </a:solidFill>
              </a:rPr>
              <a:t>root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FB2F9D0F-7A0E-B954-2733-426348D4E2BD}"/>
              </a:ext>
            </a:extLst>
          </p:cNvPr>
          <p:cNvSpPr txBox="1"/>
          <p:nvPr/>
        </p:nvSpPr>
        <p:spPr>
          <a:xfrm>
            <a:off x="457199" y="4528849"/>
            <a:ext cx="1502229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endParaRPr lang="nl-NL" sz="1600" b="1" dirty="0">
              <a:solidFill>
                <a:schemeClr val="bg1"/>
              </a:solidFill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B5015851-FF08-EF28-18DB-FA011A956F3F}"/>
              </a:ext>
            </a:extLst>
          </p:cNvPr>
          <p:cNvSpPr txBox="1"/>
          <p:nvPr/>
        </p:nvSpPr>
        <p:spPr>
          <a:xfrm>
            <a:off x="8523513" y="4530337"/>
            <a:ext cx="76201" cy="33706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nl-NL" sz="16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529E41DE-0FC6-122D-3560-0FA22F0CB5FF}"/>
              </a:ext>
            </a:extLst>
          </p:cNvPr>
          <p:cNvSpPr txBox="1"/>
          <p:nvPr/>
        </p:nvSpPr>
        <p:spPr>
          <a:xfrm>
            <a:off x="6215742" y="2486837"/>
            <a:ext cx="5584372" cy="338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nl-NL" sz="1600" b="1" dirty="0">
                <a:solidFill>
                  <a:schemeClr val="bg1"/>
                </a:solidFill>
                <a:highlight>
                  <a:srgbClr val="00FFFF"/>
                </a:highlight>
              </a:rPr>
              <a:t>= integer root </a:t>
            </a:r>
            <a:r>
              <a:rPr lang="nl-NL" sz="1600" b="1" dirty="0" err="1">
                <a:solidFill>
                  <a:schemeClr val="bg1"/>
                </a:solidFill>
                <a:highlight>
                  <a:srgbClr val="00FFFF"/>
                </a:highlight>
              </a:rPr>
              <a:t>answer</a:t>
            </a:r>
            <a:r>
              <a:rPr lang="nl-NL" sz="1600" b="1" dirty="0">
                <a:solidFill>
                  <a:schemeClr val="bg1"/>
                </a:solidFill>
                <a:highlight>
                  <a:srgbClr val="00FFFF"/>
                </a:highlight>
              </a:rPr>
              <a:t> (like 4 as </a:t>
            </a:r>
            <a:r>
              <a:rPr lang="nl-NL" sz="1600" b="1" dirty="0" err="1">
                <a:solidFill>
                  <a:schemeClr val="bg1"/>
                </a:solidFill>
                <a:highlight>
                  <a:srgbClr val="00FFFF"/>
                </a:highlight>
              </a:rPr>
              <a:t>sqrt</a:t>
            </a:r>
            <a:r>
              <a:rPr lang="nl-NL" sz="1600" b="1" dirty="0">
                <a:solidFill>
                  <a:schemeClr val="bg1"/>
                </a:solidFill>
                <a:highlight>
                  <a:srgbClr val="00FFFF"/>
                </a:highlight>
              </a:rPr>
              <a:t>(4)=2 is integer)</a:t>
            </a:r>
          </a:p>
        </p:txBody>
      </p: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A366B8F4-3E11-9331-E598-23007263C997}"/>
              </a:ext>
            </a:extLst>
          </p:cNvPr>
          <p:cNvCxnSpPr/>
          <p:nvPr/>
        </p:nvCxnSpPr>
        <p:spPr>
          <a:xfrm>
            <a:off x="5921829" y="3156857"/>
            <a:ext cx="3940628" cy="0"/>
          </a:xfrm>
          <a:prstGeom prst="line">
            <a:avLst/>
          </a:prstGeom>
          <a:ln w="762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402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1780CD13-43C3-A361-F072-02FB71268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7747"/>
            <a:ext cx="12192000" cy="464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52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086)">
            <a:extLst>
              <a:ext uri="{FF2B5EF4-FFF2-40B4-BE49-F238E27FC236}">
                <a16:creationId xmlns:a16="http://schemas.microsoft.com/office/drawing/2014/main" id="{95651D6C-296D-2F89-6AFE-3C35DFE2BEC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1625"/>
            <a:ext cx="121920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31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088)">
            <a:extLst>
              <a:ext uri="{FF2B5EF4-FFF2-40B4-BE49-F238E27FC236}">
                <a16:creationId xmlns:a16="http://schemas.microsoft.com/office/drawing/2014/main" id="{08030353-38D0-0042-43B5-4646652CD8D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6925"/>
            <a:ext cx="12192000" cy="526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62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089)">
            <a:extLst>
              <a:ext uri="{FF2B5EF4-FFF2-40B4-BE49-F238E27FC236}">
                <a16:creationId xmlns:a16="http://schemas.microsoft.com/office/drawing/2014/main" id="{293C0529-6980-97A9-5F60-1427B91C4B2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4031"/>
            <a:ext cx="12192000" cy="5849937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103E4BC7-2086-EC58-AB5B-D3F459ED53CD}"/>
              </a:ext>
            </a:extLst>
          </p:cNvPr>
          <p:cNvSpPr txBox="1"/>
          <p:nvPr/>
        </p:nvSpPr>
        <p:spPr>
          <a:xfrm>
            <a:off x="582084" y="4505115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solidFill>
                  <a:schemeClr val="bg1"/>
                </a:solidFill>
                <a:highlight>
                  <a:srgbClr val="FFFF00"/>
                </a:highlight>
              </a:rPr>
              <a:t>property</a:t>
            </a:r>
            <a:r>
              <a:rPr lang="nl-NL" sz="2000" dirty="0">
                <a:solidFill>
                  <a:srgbClr val="FFFF00"/>
                </a:solidFill>
                <a:highlight>
                  <a:srgbClr val="FFFF00"/>
                </a:highlight>
              </a:rPr>
              <a:t>. _</a:t>
            </a:r>
            <a:r>
              <a:rPr lang="nl-NL" sz="2000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3DC5200D-5429-551A-E1B1-C13AC21FBBA4}"/>
              </a:ext>
            </a:extLst>
          </p:cNvPr>
          <p:cNvSpPr txBox="1"/>
          <p:nvPr/>
        </p:nvSpPr>
        <p:spPr>
          <a:xfrm>
            <a:off x="3409951" y="4818382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solidFill>
                  <a:schemeClr val="bg1"/>
                </a:solidFill>
                <a:highlight>
                  <a:srgbClr val="FFFF00"/>
                </a:highlight>
              </a:rPr>
              <a:t>property</a:t>
            </a:r>
            <a:r>
              <a:rPr lang="nl-NL" sz="2000" dirty="0">
                <a:solidFill>
                  <a:srgbClr val="FFFF00"/>
                </a:solidFill>
                <a:highlight>
                  <a:srgbClr val="FFFF00"/>
                </a:highlight>
              </a:rPr>
              <a:t>..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57E09BBD-D93A-9550-5712-86F58B319668}"/>
              </a:ext>
            </a:extLst>
          </p:cNvPr>
          <p:cNvSpPr txBox="1"/>
          <p:nvPr/>
        </p:nvSpPr>
        <p:spPr>
          <a:xfrm>
            <a:off x="4256616" y="5586175"/>
            <a:ext cx="16192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solidFill>
                  <a:schemeClr val="bg1"/>
                </a:solidFill>
                <a:highlight>
                  <a:srgbClr val="FFFF00"/>
                </a:highlight>
              </a:rPr>
              <a:t>property</a:t>
            </a:r>
            <a:r>
              <a:rPr lang="nl-NL" sz="2000" dirty="0">
                <a:solidFill>
                  <a:srgbClr val="FFFF00"/>
                </a:solidFill>
                <a:highlight>
                  <a:srgbClr val="FFFF00"/>
                </a:highlight>
              </a:rPr>
              <a:t>___:</a:t>
            </a:r>
          </a:p>
        </p:txBody>
      </p:sp>
    </p:spTree>
    <p:extLst>
      <p:ext uri="{BB962C8B-B14F-4D97-AF65-F5344CB8AC3E}">
        <p14:creationId xmlns:p14="http://schemas.microsoft.com/office/powerpoint/2010/main" val="850407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090)">
            <a:extLst>
              <a:ext uri="{FF2B5EF4-FFF2-40B4-BE49-F238E27FC236}">
                <a16:creationId xmlns:a16="http://schemas.microsoft.com/office/drawing/2014/main" id="{9181F340-D826-A348-672D-364A1A04A55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8325"/>
            <a:ext cx="12192000" cy="5719763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49EB6275-7155-31AC-A2D9-27263AE51D07}"/>
              </a:ext>
            </a:extLst>
          </p:cNvPr>
          <p:cNvSpPr txBox="1"/>
          <p:nvPr/>
        </p:nvSpPr>
        <p:spPr>
          <a:xfrm>
            <a:off x="685800" y="4447686"/>
            <a:ext cx="677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solidFill>
                  <a:srgbClr val="FF0000"/>
                </a:solidFill>
              </a:rPr>
              <a:t>-----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3A36D8E-F345-1DC8-D8BA-65BEE114F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651" y="4752486"/>
            <a:ext cx="1585097" cy="53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02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091)">
            <a:extLst>
              <a:ext uri="{FF2B5EF4-FFF2-40B4-BE49-F238E27FC236}">
                <a16:creationId xmlns:a16="http://schemas.microsoft.com/office/drawing/2014/main" id="{A6DF05A7-54CD-B60F-341D-6A9DB739931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9963"/>
            <a:ext cx="12192000" cy="491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08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092)">
            <a:extLst>
              <a:ext uri="{FF2B5EF4-FFF2-40B4-BE49-F238E27FC236}">
                <a16:creationId xmlns:a16="http://schemas.microsoft.com/office/drawing/2014/main" id="{130FE3D3-2769-4CF9-FDC0-0D862EFB9E1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3738"/>
            <a:ext cx="12192000" cy="547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536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42)">
            <a:extLst>
              <a:ext uri="{FF2B5EF4-FFF2-40B4-BE49-F238E27FC236}">
                <a16:creationId xmlns:a16="http://schemas.microsoft.com/office/drawing/2014/main" id="{681C4D2B-4C06-01A6-B1E5-C69928DD9A0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38" y="0"/>
            <a:ext cx="118443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0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43)">
            <a:extLst>
              <a:ext uri="{FF2B5EF4-FFF2-40B4-BE49-F238E27FC236}">
                <a16:creationId xmlns:a16="http://schemas.microsoft.com/office/drawing/2014/main" id="{35707146-4EF7-F229-D725-91C912A661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4200"/>
            <a:ext cx="12192000" cy="568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76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944)">
            <a:extLst>
              <a:ext uri="{FF2B5EF4-FFF2-40B4-BE49-F238E27FC236}">
                <a16:creationId xmlns:a16="http://schemas.microsoft.com/office/drawing/2014/main" id="{90B505DD-3E55-F5EC-9E0F-A54BC3B6F49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" y="0"/>
            <a:ext cx="12026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14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09C46FBF-FC74-72F4-CD9F-4BC5C9CF6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856"/>
            <a:ext cx="12192000" cy="5525271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B4A662D1-E468-9F72-87AE-5FEE3F931B00}"/>
              </a:ext>
            </a:extLst>
          </p:cNvPr>
          <p:cNvSpPr txBox="1"/>
          <p:nvPr/>
        </p:nvSpPr>
        <p:spPr>
          <a:xfrm>
            <a:off x="7336972" y="396856"/>
            <a:ext cx="2155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200" dirty="0">
                <a:solidFill>
                  <a:schemeClr val="bg1"/>
                </a:solidFill>
                <a:highlight>
                  <a:srgbClr val="FFFF00"/>
                </a:highlight>
              </a:rPr>
              <a:t>in </a:t>
            </a:r>
            <a:r>
              <a:rPr lang="nl-NL" sz="3200" dirty="0" err="1">
                <a:solidFill>
                  <a:schemeClr val="bg1"/>
                </a:solidFill>
                <a:highlight>
                  <a:srgbClr val="FFFF00"/>
                </a:highlight>
              </a:rPr>
              <a:t>fractions</a:t>
            </a:r>
            <a:endParaRPr lang="nl-NL" sz="3200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85140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6AFB2-5C51-88B6-2A3E-5E333B7B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790E360A-A687-18EA-8F01-BEA2FAAAF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365"/>
            <a:ext cx="12192000" cy="5137161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74FD2F7C-649F-3E21-D46A-7E9C11816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903" y="277765"/>
            <a:ext cx="2444708" cy="85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476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F0D966C5-E032-6CDF-F64C-883335C57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891"/>
            <a:ext cx="12192000" cy="5390147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19DFC59A-8708-D09C-390E-C2033B549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875" y="470156"/>
            <a:ext cx="2444708" cy="85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55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05B5BFD0-071E-616D-C396-D65DFC000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0888"/>
            <a:ext cx="12192000" cy="5168767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361A57F5-1108-3372-B758-B3212034D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732" y="556202"/>
            <a:ext cx="2444708" cy="85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5048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53</Words>
  <Application>Microsoft Office PowerPoint</Application>
  <PresentationFormat>Breedbeeld</PresentationFormat>
  <Paragraphs>12</Paragraphs>
  <Slides>16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Kantoorthema</vt:lpstr>
      <vt:lpstr>Simplification of roots (in general and in fractions)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6</cp:revision>
  <dcterms:created xsi:type="dcterms:W3CDTF">2026-09-08T07:29:31Z</dcterms:created>
  <dcterms:modified xsi:type="dcterms:W3CDTF">2026-09-08T08:09:16Z</dcterms:modified>
</cp:coreProperties>
</file>
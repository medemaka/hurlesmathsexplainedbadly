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8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8T15:55:34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8192,'32'1'1934,"0"2"0,0 1 0,48 12 0,93 36 1610,-126-36-3356,-20-5-515,0 2-1,-1 1 0,0 1 1,-1 1-1,28 24 1,-2-3-504,-20-16 380,125 92-4399,-121-84 3726,0 1 1,34 40-1,-45-46 1124,0-2 0,40 29 0,-10-9 0,-10-9 0,1-3 0,2-1 0,65 29 0,-53-29 0,91 61 0,-116-66 3823,1-1-1,75 37 1,239 74-13962,-253-99 8810,330 162 1329,-179-75 0,6-22 0,-205-86 628,-19-7 116,-2 2 0,46 21 1,77 43-4244,-100-51 6086,2-3 5021,10 4-5697,-41-15-1911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8T15:55:39.8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2079 8192,'4'-1'622,"-1"1"0,0 0 0,0-1 1,1 0-1,-1 0 0,0 0 0,0 0 0,0-1 1,0 1-1,0-1 0,2-2 0,31-24 3042,-24 18-3326,41-31-338,17-13 0,79-74 0,-18 17 0,-59 56-759,-51 40 80,0-1 0,27-28 0,23-32-334,32-46-6208,-82 94 7055,-2-1 0,31-60 1,18-67 137,7-15 115,-54 129-87,40-74 0,-50 98 0,1 0 0,1 1 0,0 0 0,20-18 0,18-11 2867,3 2 0,1 2 0,95-53 0,-89 65-2867,2 2 0,97-29 0,-39 16 0,-87 26-574,50-28 0,-11 5-2074,69-37 209,-53 15 6198,-71 46-4254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8T15:55:43.7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1 262 8192,'94'0'8762,"14"1"-5043,0-4-3995,-56 0-902,-1-2 0,60-15 1,195-43-3579,-213 50 2798,128-3 0,-127 13 1958,1-3 0,-1-5 0,140-35 0,-191 35 0,-13 2 0,0 2 0,0 1 0,50-4 0,333-15 0,-349 20 2867,68 4 0,-98 3-1433,-1 2-1,0 1 1,59 16-1,-15 0-1433,-52-15 0,0 0 0,0 2 0,-1 1 0,0 0 0,0 2 0,24 15 0,-37-18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0D223E-984B-45F7-99A6-0923D85F9202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FE72A1-0760-4280-96A5-610537208AA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356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FE72A1-0760-4280-96A5-610537208AAC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6444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3C437-5101-3CAD-86B6-01A0E3241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E2AF016-59AA-BBC3-32C9-1FADB2A2EC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9E8FAE-ED29-3AC2-26FD-5B2E82CD2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D2F4A08-408C-50AE-3459-15E2FAC0C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7A6912C-97F1-3B35-7424-277BE9900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15413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3B736E-452D-497D-1976-853D9005F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E34D88B-D6B4-E3CF-CE2F-1C930F300E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DBE542-594E-A1E7-4E10-D2AB44D0E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7968A1F-F6D8-FD75-E311-A03C273A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CC4EEB-4317-924D-2C79-A72427DB3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5901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D701B-00D3-698E-5CA4-65C9768ED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B3ACABA-B609-7299-C288-FBAA27C98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70657E8-254C-4F52-F76B-1D97A9F61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CA91B4D-626D-1B7E-54CB-C6DDFF068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4ECA45E-9D42-18B7-C1F6-C036FE92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66487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6B07B0-EC7D-FC86-159C-D1AC2D4F5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554F779-A005-A725-143C-BF40389555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F39CE8D-A67E-E8A5-A052-674B2CA8E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B2DD26-8B61-7BBB-8EB5-DDD5ADC36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D8569D1-088F-F18C-1B01-D37808CD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510EC2-4AD0-8407-EB81-F9E77B75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42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8FA75-7573-94C4-116A-DE21A0F16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285FFA-7A73-4A5B-05D5-046E8C3C5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B9944A9-78F9-9AA9-D91C-FED0923125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18814D7-9998-35A7-7696-B8404BB3D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E2AA0D2-AB31-ACB5-B17B-66264B1665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C480C098-868D-1173-57FD-8FCDE88A0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D675A19-0855-E55F-FB11-FFA28BB18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F0F91949-B976-9271-CA86-31499F9CE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72115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BA834B-DF3A-E76F-8408-F9CE2F0FB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DAA9EC9-CBBB-3D52-8FCA-C6BC27218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DE393C2-F153-C4EB-24EF-1B71F3316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9757901-2EA5-49F1-3AEC-807150CE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731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B6F8CD02-3B99-5CA7-8A2C-440EEBF1E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76C21C2-FA8D-70AB-1F26-54DFEBE93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D16403F-B097-9BD8-4C3E-0DD5ABA78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84514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5344E-87F5-7A30-F173-790CBF2E6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DFE5846-ABED-2772-905C-1313EA6FF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A72C53F-964C-FA94-AEE1-B58145092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CF1979B-0787-3DAA-4BF3-0473B7F37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8C27EF4-2F7E-E0E5-E06D-BB4DBCD72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B10FC8A-78D9-C3DA-4030-1CB425FFE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28493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606A9A-6F7B-A87C-452F-223F87EA7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1563BFD-CDDD-07F2-B9B3-3B67365A5A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95EF12C-6E2C-C6AF-206A-8C65DCCF6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5183CCC-AC5F-B418-2334-0E0189D43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32E0F0E-9E1F-D956-CA19-B5AC9B097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2D2A9CB-084E-B460-B8F9-A337968F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9588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2C5CD4-1623-FC9E-7DF3-DFA3F255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465ABA5-9849-F592-9646-0734AD952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CD0B8C6-BB20-C4A4-A23E-871AE1571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719404F-1A1D-E985-557F-8221089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217ACB9-5A40-D856-3413-0A28ED17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7690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D075A3FF-799E-FF7C-208F-D87EB1C3BE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395D791-C91A-1A09-91D6-81FA1106A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DFC21AE-8534-F739-E48E-6A4ABE45C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812FC59-A160-3F27-3ED1-64CF76AC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07B8B1D-F271-695A-A252-08145F91D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650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1D5AB40-4F9A-D5D4-E616-E78EF6A63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60319E-8C5A-91A0-8C4B-06AC9D167B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4F75755-4857-2130-8EBF-91CDE1C25C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F981E-B42D-4CE1-ABC6-E856EFC04C7C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223CD2D-B8CA-38F0-5483-4E277EC455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9FB6CC2-FEA1-02D0-1D78-401E2680B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933529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.xml"/><Relationship Id="rId5" Type="http://schemas.openxmlformats.org/officeDocument/2006/relationships/image" Target="../media/image6.png"/><Relationship Id="rId4" Type="http://schemas.openxmlformats.org/officeDocument/2006/relationships/customXml" Target="../ink/ink1.xml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A730E6-0C05-75E4-D4CF-451468BA7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3743" y="2668134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nl-NL" dirty="0">
                <a:solidFill>
                  <a:srgbClr val="FF0000"/>
                </a:solidFill>
              </a:rPr>
              <a:t>The </a:t>
            </a:r>
            <a:r>
              <a:rPr lang="nl-NL" dirty="0" err="1">
                <a:solidFill>
                  <a:srgbClr val="FF0000"/>
                </a:solidFill>
              </a:rPr>
              <a:t>number</a:t>
            </a:r>
            <a:r>
              <a:rPr lang="nl-NL" dirty="0">
                <a:solidFill>
                  <a:srgbClr val="FF0000"/>
                </a:solidFill>
              </a:rPr>
              <a:t> 0 (</a:t>
            </a:r>
            <a:r>
              <a:rPr lang="nl-NL" dirty="0" err="1">
                <a:solidFill>
                  <a:srgbClr val="FF0000"/>
                </a:solidFill>
              </a:rPr>
              <a:t>multiplication</a:t>
            </a:r>
            <a:r>
              <a:rPr lang="nl-NL" dirty="0">
                <a:solidFill>
                  <a:srgbClr val="FF0000"/>
                </a:solidFill>
              </a:rPr>
              <a:t>/</a:t>
            </a:r>
            <a:r>
              <a:rPr lang="nl-NL" dirty="0" err="1">
                <a:solidFill>
                  <a:srgbClr val="FF0000"/>
                </a:solidFill>
              </a:rPr>
              <a:t>division</a:t>
            </a:r>
            <a:r>
              <a:rPr lang="nl-NL" dirty="0">
                <a:solidFill>
                  <a:srgbClr val="FF0000"/>
                </a:solidFill>
              </a:rPr>
              <a:t>) </a:t>
            </a:r>
            <a:r>
              <a:rPr lang="nl-NL" dirty="0" err="1">
                <a:solidFill>
                  <a:schemeClr val="accent3"/>
                </a:solidFill>
              </a:rPr>
              <a:t>and</a:t>
            </a:r>
            <a:r>
              <a:rPr lang="nl-NL" dirty="0">
                <a:solidFill>
                  <a:schemeClr val="accent3"/>
                </a:solidFill>
              </a:rPr>
              <a:t> </a:t>
            </a:r>
            <a:r>
              <a:rPr lang="nl-NL" dirty="0" err="1"/>
              <a:t>useful</a:t>
            </a:r>
            <a:r>
              <a:rPr lang="nl-NL" dirty="0"/>
              <a:t> </a:t>
            </a:r>
            <a:r>
              <a:rPr lang="nl-NL" dirty="0" err="1"/>
              <a:t>properties</a:t>
            </a:r>
            <a:r>
              <a:rPr lang="nl-NL" dirty="0"/>
              <a:t>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fractions</a:t>
            </a:r>
            <a:r>
              <a:rPr lang="nl-NL" dirty="0"/>
              <a:t> (</a:t>
            </a:r>
            <a:r>
              <a:rPr lang="nl-NL" dirty="0" err="1"/>
              <a:t>addition</a:t>
            </a:r>
            <a:r>
              <a:rPr lang="nl-NL" dirty="0"/>
              <a:t>/</a:t>
            </a:r>
            <a:r>
              <a:rPr lang="nl-NL" dirty="0" err="1"/>
              <a:t>subtraction</a:t>
            </a:r>
            <a:r>
              <a:rPr lang="nl-NL" dirty="0"/>
              <a:t>/</a:t>
            </a:r>
            <a:r>
              <a:rPr lang="nl-NL" dirty="0" err="1"/>
              <a:t>multiplication</a:t>
            </a:r>
            <a:r>
              <a:rPr lang="nl-NL" dirty="0"/>
              <a:t>/</a:t>
            </a:r>
            <a:r>
              <a:rPr lang="nl-NL" dirty="0" err="1"/>
              <a:t>division</a:t>
            </a:r>
            <a:r>
              <a:rPr lang="nl-NL" dirty="0"/>
              <a:t>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5358793-D59C-1C0B-CD78-74D6A14C7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83941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2)">
            <a:extLst>
              <a:ext uri="{FF2B5EF4-FFF2-40B4-BE49-F238E27FC236}">
                <a16:creationId xmlns:a16="http://schemas.microsoft.com/office/drawing/2014/main" id="{463780C4-67EF-F5D3-8702-E5F7E369BDD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" y="0"/>
            <a:ext cx="120761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788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3)">
            <a:extLst>
              <a:ext uri="{FF2B5EF4-FFF2-40B4-BE49-F238E27FC236}">
                <a16:creationId xmlns:a16="http://schemas.microsoft.com/office/drawing/2014/main" id="{90391415-8668-7EF0-B232-47F7D9CFAF4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8" y="0"/>
            <a:ext cx="11209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1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95)">
            <a:extLst>
              <a:ext uri="{FF2B5EF4-FFF2-40B4-BE49-F238E27FC236}">
                <a16:creationId xmlns:a16="http://schemas.microsoft.com/office/drawing/2014/main" id="{15C0BC39-DD8A-7849-5C83-A55D22F31B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7838"/>
            <a:ext cx="12192000" cy="336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925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96)">
            <a:extLst>
              <a:ext uri="{FF2B5EF4-FFF2-40B4-BE49-F238E27FC236}">
                <a16:creationId xmlns:a16="http://schemas.microsoft.com/office/drawing/2014/main" id="{B859EAEE-3826-4E83-096F-29A42970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88"/>
            <a:ext cx="12192000" cy="657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921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0)">
            <a:extLst>
              <a:ext uri="{FF2B5EF4-FFF2-40B4-BE49-F238E27FC236}">
                <a16:creationId xmlns:a16="http://schemas.microsoft.com/office/drawing/2014/main" id="{B7D66D0F-6754-A4E2-9BC3-8008341F14A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3388"/>
            <a:ext cx="12192000" cy="598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536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7CED2-2CFB-FC6E-CEA4-A21A21149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0)">
            <a:extLst>
              <a:ext uri="{FF2B5EF4-FFF2-40B4-BE49-F238E27FC236}">
                <a16:creationId xmlns:a16="http://schemas.microsoft.com/office/drawing/2014/main" id="{DEF1F4A0-0372-6D64-563B-74B0E3205F9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3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4181"/>
            <a:ext cx="12192000" cy="5989637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30BAEC16-8645-02D4-DDA8-9BBF71829C8F}"/>
              </a:ext>
            </a:extLst>
          </p:cNvPr>
          <p:cNvSpPr txBox="1"/>
          <p:nvPr/>
        </p:nvSpPr>
        <p:spPr>
          <a:xfrm>
            <a:off x="7913914" y="664029"/>
            <a:ext cx="401682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You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can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also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see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why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this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works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by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following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this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pattern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for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multiplication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: </a:t>
            </a:r>
            <a:r>
              <a:rPr lang="nl-NL" sz="8000" b="1" u="sng" dirty="0">
                <a:solidFill>
                  <a:schemeClr val="bg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X</a:t>
            </a:r>
            <a:endParaRPr lang="nl-NL" sz="3600" b="1" u="sng" dirty="0">
              <a:solidFill>
                <a:schemeClr val="bg2">
                  <a:lumMod val="50000"/>
                  <a:lumOff val="50000"/>
                </a:schemeClr>
              </a:solidFill>
              <a:highlight>
                <a:srgbClr val="FFFF00"/>
              </a:highlight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535C9793-AC3A-6F1D-78A4-0CB4C6F0E89B}"/>
                  </a:ext>
                </a:extLst>
              </p14:cNvPr>
              <p14:cNvContentPartPr/>
              <p14:nvPr/>
            </p14:nvContentPartPr>
            <p14:xfrm>
              <a:off x="957617" y="2100840"/>
              <a:ext cx="1311480" cy="65124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535C9793-AC3A-6F1D-78A4-0CB4C6F0E89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9977" y="2082840"/>
                <a:ext cx="1347120" cy="68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t 4">
                <a:extLst>
                  <a:ext uri="{FF2B5EF4-FFF2-40B4-BE49-F238E27FC236}">
                    <a16:creationId xmlns:a16="http://schemas.microsoft.com/office/drawing/2014/main" id="{576431C1-3330-B186-B561-D0CDAF957219}"/>
                  </a:ext>
                </a:extLst>
              </p14:cNvPr>
              <p14:cNvContentPartPr/>
              <p14:nvPr/>
            </p14:nvContentPartPr>
            <p14:xfrm>
              <a:off x="1066697" y="2060160"/>
              <a:ext cx="856800" cy="748800"/>
            </p14:xfrm>
          </p:contentPart>
        </mc:Choice>
        <mc:Fallback xmlns="">
          <p:pic>
            <p:nvPicPr>
              <p:cNvPr id="5" name="Inkt 4">
                <a:extLst>
                  <a:ext uri="{FF2B5EF4-FFF2-40B4-BE49-F238E27FC236}">
                    <a16:creationId xmlns:a16="http://schemas.microsoft.com/office/drawing/2014/main" id="{576431C1-3330-B186-B561-D0CDAF95721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48697" y="2042160"/>
                <a:ext cx="892440" cy="78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Inkt 5">
                <a:extLst>
                  <a:ext uri="{FF2B5EF4-FFF2-40B4-BE49-F238E27FC236}">
                    <a16:creationId xmlns:a16="http://schemas.microsoft.com/office/drawing/2014/main" id="{3EB08037-483B-375F-0E63-D6D5A9DDD05E}"/>
                  </a:ext>
                </a:extLst>
              </p14:cNvPr>
              <p14:cNvContentPartPr/>
              <p14:nvPr/>
            </p14:nvContentPartPr>
            <p14:xfrm>
              <a:off x="1088297" y="2844960"/>
              <a:ext cx="1065240" cy="95040"/>
            </p14:xfrm>
          </p:contentPart>
        </mc:Choice>
        <mc:Fallback xmlns="">
          <p:pic>
            <p:nvPicPr>
              <p:cNvPr id="6" name="Inkt 5">
                <a:extLst>
                  <a:ext uri="{FF2B5EF4-FFF2-40B4-BE49-F238E27FC236}">
                    <a16:creationId xmlns:a16="http://schemas.microsoft.com/office/drawing/2014/main" id="{3EB08037-483B-375F-0E63-D6D5A9DDD05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70657" y="2826960"/>
                <a:ext cx="1100880" cy="13068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kstvak 13">
            <a:extLst>
              <a:ext uri="{FF2B5EF4-FFF2-40B4-BE49-F238E27FC236}">
                <a16:creationId xmlns:a16="http://schemas.microsoft.com/office/drawing/2014/main" id="{0818279F-6B7C-0E96-D1AA-33F1BB6985F1}"/>
              </a:ext>
            </a:extLst>
          </p:cNvPr>
          <p:cNvSpPr txBox="1"/>
          <p:nvPr/>
        </p:nvSpPr>
        <p:spPr>
          <a:xfrm>
            <a:off x="0" y="3666913"/>
            <a:ext cx="8490857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In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underlined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kumimoji="0" lang="nl-NL" sz="4800" b="1" i="0" u="sng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50000"/>
                    <a:lumOff val="50000"/>
                  </a:srgbClr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X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symbol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,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you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see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that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4800" b="1" dirty="0">
                <a:solidFill>
                  <a:schemeClr val="bg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_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implies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5*2,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4400" b="1" dirty="0">
                <a:solidFill>
                  <a:schemeClr val="bg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/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of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u="sng" dirty="0">
                <a:solidFill>
                  <a:srgbClr val="C00000"/>
                </a:solidFill>
                <a:highlight>
                  <a:srgbClr val="FFFF00"/>
                </a:highlight>
              </a:rPr>
              <a:t>X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implies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5*7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and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4000" b="1" dirty="0">
                <a:solidFill>
                  <a:schemeClr val="bg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\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implies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3*2;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all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steps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that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have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to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be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completed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for</a:t>
            </a:r>
            <a:r>
              <a:rPr lang="nl-NL" sz="3600" b="1" dirty="0">
                <a:solidFill>
                  <a:srgbClr val="C00000"/>
                </a:solidFill>
                <a:highlight>
                  <a:srgbClr val="FFFF00"/>
                </a:highlight>
              </a:rPr>
              <a:t> </a:t>
            </a:r>
            <a:r>
              <a:rPr lang="nl-NL" sz="3600" b="1" dirty="0" err="1">
                <a:solidFill>
                  <a:srgbClr val="C00000"/>
                </a:solidFill>
                <a:highlight>
                  <a:srgbClr val="FFFF00"/>
                </a:highlight>
              </a:rPr>
              <a:t>this</a:t>
            </a:r>
            <a:endParaRPr lang="nl-NL" sz="3600" b="1" u="sng" dirty="0">
              <a:solidFill>
                <a:schemeClr val="bg2">
                  <a:lumMod val="50000"/>
                  <a:lumOff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DE8EDBAF-EBDE-FE1B-600E-39ABE51EB182}"/>
              </a:ext>
            </a:extLst>
          </p:cNvPr>
          <p:cNvSpPr txBox="1"/>
          <p:nvPr/>
        </p:nvSpPr>
        <p:spPr>
          <a:xfrm>
            <a:off x="261257" y="498996"/>
            <a:ext cx="5138056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3600" b="1" u="sng" dirty="0">
                <a:solidFill>
                  <a:schemeClr val="bg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EASY TRICK!!!</a:t>
            </a:r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4BD81B5A-EDE2-7328-60EF-80816330308E}"/>
              </a:ext>
            </a:extLst>
          </p:cNvPr>
          <p:cNvSpPr/>
          <p:nvPr/>
        </p:nvSpPr>
        <p:spPr>
          <a:xfrm>
            <a:off x="7630886" y="4203459"/>
            <a:ext cx="4452257" cy="150065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rgbClr val="FFFF00"/>
              </a:solidFill>
            </a:endParaRPr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505B1899-D8C1-09C0-15AD-76ADB5273797}"/>
              </a:ext>
            </a:extLst>
          </p:cNvPr>
          <p:cNvSpPr/>
          <p:nvPr/>
        </p:nvSpPr>
        <p:spPr>
          <a:xfrm>
            <a:off x="8284029" y="4923163"/>
            <a:ext cx="3799114" cy="150065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rgbClr val="FFFF00"/>
              </a:solidFill>
            </a:endParaRPr>
          </a:p>
        </p:txBody>
      </p:sp>
      <p:sp>
        <p:nvSpPr>
          <p:cNvPr id="20" name="Rechthoek 19">
            <a:extLst>
              <a:ext uri="{FF2B5EF4-FFF2-40B4-BE49-F238E27FC236}">
                <a16:creationId xmlns:a16="http://schemas.microsoft.com/office/drawing/2014/main" id="{B00B603C-ACFA-6517-109F-0222A4435D1E}"/>
              </a:ext>
            </a:extLst>
          </p:cNvPr>
          <p:cNvSpPr/>
          <p:nvPr/>
        </p:nvSpPr>
        <p:spPr>
          <a:xfrm>
            <a:off x="7429500" y="4419599"/>
            <a:ext cx="446314" cy="81642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rgbClr val="FFFF00"/>
              </a:solidFill>
            </a:endParaRPr>
          </a:p>
        </p:txBody>
      </p:sp>
      <p:sp>
        <p:nvSpPr>
          <p:cNvPr id="22" name="Rechthoek 21">
            <a:extLst>
              <a:ext uri="{FF2B5EF4-FFF2-40B4-BE49-F238E27FC236}">
                <a16:creationId xmlns:a16="http://schemas.microsoft.com/office/drawing/2014/main" id="{256E0C85-04ED-66ED-787A-B2B0D5EFA3F5}"/>
              </a:ext>
            </a:extLst>
          </p:cNvPr>
          <p:cNvSpPr/>
          <p:nvPr/>
        </p:nvSpPr>
        <p:spPr>
          <a:xfrm>
            <a:off x="7658100" y="5344886"/>
            <a:ext cx="832758" cy="466853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80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1)">
            <a:extLst>
              <a:ext uri="{FF2B5EF4-FFF2-40B4-BE49-F238E27FC236}">
                <a16:creationId xmlns:a16="http://schemas.microsoft.com/office/drawing/2014/main" id="{44029A88-841E-7458-729A-15474A99C65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8175"/>
            <a:ext cx="12192000" cy="558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915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3)">
            <a:extLst>
              <a:ext uri="{FF2B5EF4-FFF2-40B4-BE49-F238E27FC236}">
                <a16:creationId xmlns:a16="http://schemas.microsoft.com/office/drawing/2014/main" id="{711DE4DC-35BC-7A02-8909-17B5AE7709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3"/>
            <a:ext cx="12192000" cy="56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924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4)">
            <a:extLst>
              <a:ext uri="{FF2B5EF4-FFF2-40B4-BE49-F238E27FC236}">
                <a16:creationId xmlns:a16="http://schemas.microsoft.com/office/drawing/2014/main" id="{4002886B-1FE9-0AD6-7AEB-BFA6A455608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25"/>
            <a:ext cx="12192000" cy="683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094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5)">
            <a:extLst>
              <a:ext uri="{FF2B5EF4-FFF2-40B4-BE49-F238E27FC236}">
                <a16:creationId xmlns:a16="http://schemas.microsoft.com/office/drawing/2014/main" id="{B35B5A99-258B-853F-3610-6895EEDED9B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1688"/>
            <a:ext cx="12192000" cy="525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902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6)">
            <a:extLst>
              <a:ext uri="{FF2B5EF4-FFF2-40B4-BE49-F238E27FC236}">
                <a16:creationId xmlns:a16="http://schemas.microsoft.com/office/drawing/2014/main" id="{A3CCC691-4E62-2CF4-7F0B-E1B1CCE883D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1100"/>
            <a:ext cx="121920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425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7)">
            <a:extLst>
              <a:ext uri="{FF2B5EF4-FFF2-40B4-BE49-F238E27FC236}">
                <a16:creationId xmlns:a16="http://schemas.microsoft.com/office/drawing/2014/main" id="{2C5C96E2-A4AA-8D56-EDC4-3E9F4D71906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863"/>
            <a:ext cx="12192000" cy="575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337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8)">
            <a:extLst>
              <a:ext uri="{FF2B5EF4-FFF2-40B4-BE49-F238E27FC236}">
                <a16:creationId xmlns:a16="http://schemas.microsoft.com/office/drawing/2014/main" id="{471201CB-25FB-4553-D22E-C24AC820804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8950"/>
            <a:ext cx="12192000" cy="588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681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9)">
            <a:extLst>
              <a:ext uri="{FF2B5EF4-FFF2-40B4-BE49-F238E27FC236}">
                <a16:creationId xmlns:a16="http://schemas.microsoft.com/office/drawing/2014/main" id="{BDAD4E8B-CBFD-6A06-2C5E-6CC5094CE13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3850"/>
            <a:ext cx="12192000" cy="620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441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0)">
            <a:extLst>
              <a:ext uri="{FF2B5EF4-FFF2-40B4-BE49-F238E27FC236}">
                <a16:creationId xmlns:a16="http://schemas.microsoft.com/office/drawing/2014/main" id="{0BF313B1-52EC-8F0A-93C6-0EA37104294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2050"/>
            <a:ext cx="12192000" cy="4532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22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1)">
            <a:extLst>
              <a:ext uri="{FF2B5EF4-FFF2-40B4-BE49-F238E27FC236}">
                <a16:creationId xmlns:a16="http://schemas.microsoft.com/office/drawing/2014/main" id="{A90C9CF6-85BC-DD63-7F42-0CC9F1DC4CD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33563"/>
            <a:ext cx="12192000" cy="318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965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2)">
            <a:extLst>
              <a:ext uri="{FF2B5EF4-FFF2-40B4-BE49-F238E27FC236}">
                <a16:creationId xmlns:a16="http://schemas.microsoft.com/office/drawing/2014/main" id="{AE4E1538-A886-8C11-B07D-65584D636C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8138"/>
            <a:ext cx="12192000" cy="618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445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3)">
            <a:extLst>
              <a:ext uri="{FF2B5EF4-FFF2-40B4-BE49-F238E27FC236}">
                <a16:creationId xmlns:a16="http://schemas.microsoft.com/office/drawing/2014/main" id="{ECDF41B3-F304-4CC9-B6E7-5C59CB1D98A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988"/>
            <a:ext cx="12192000" cy="680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666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4)">
            <a:extLst>
              <a:ext uri="{FF2B5EF4-FFF2-40B4-BE49-F238E27FC236}">
                <a16:creationId xmlns:a16="http://schemas.microsoft.com/office/drawing/2014/main" id="{9DB138D5-07D6-05E0-5737-63267063B62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76313"/>
            <a:ext cx="12192000" cy="490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152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6)">
            <a:extLst>
              <a:ext uri="{FF2B5EF4-FFF2-40B4-BE49-F238E27FC236}">
                <a16:creationId xmlns:a16="http://schemas.microsoft.com/office/drawing/2014/main" id="{86C50592-9F34-4342-64FD-5181E45A3F0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7882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7)">
            <a:extLst>
              <a:ext uri="{FF2B5EF4-FFF2-40B4-BE49-F238E27FC236}">
                <a16:creationId xmlns:a16="http://schemas.microsoft.com/office/drawing/2014/main" id="{FC1BB857-FF60-B4B9-7423-7CC0C98C38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6675"/>
            <a:ext cx="12192000" cy="418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0552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8)">
            <a:extLst>
              <a:ext uri="{FF2B5EF4-FFF2-40B4-BE49-F238E27FC236}">
                <a16:creationId xmlns:a16="http://schemas.microsoft.com/office/drawing/2014/main" id="{10641029-952D-B980-3C03-0AB06CE4A46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0"/>
            <a:ext cx="12192000" cy="679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0008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9)">
            <a:extLst>
              <a:ext uri="{FF2B5EF4-FFF2-40B4-BE49-F238E27FC236}">
                <a16:creationId xmlns:a16="http://schemas.microsoft.com/office/drawing/2014/main" id="{54EB62E8-9A6E-DD6A-B62A-B12FEB46AD4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8463"/>
            <a:ext cx="12192000" cy="606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50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0)">
            <a:extLst>
              <a:ext uri="{FF2B5EF4-FFF2-40B4-BE49-F238E27FC236}">
                <a16:creationId xmlns:a16="http://schemas.microsoft.com/office/drawing/2014/main" id="{6BE1238B-7456-D110-D902-3054389BDC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5638"/>
            <a:ext cx="12192000" cy="554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073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1)">
            <a:extLst>
              <a:ext uri="{FF2B5EF4-FFF2-40B4-BE49-F238E27FC236}">
                <a16:creationId xmlns:a16="http://schemas.microsoft.com/office/drawing/2014/main" id="{DA0DAAB7-8677-A586-857E-ACCE9D0FD8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24100"/>
            <a:ext cx="12192000" cy="2208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42094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79</Words>
  <Application>Microsoft Office PowerPoint</Application>
  <PresentationFormat>Breedbeeld</PresentationFormat>
  <Paragraphs>6</Paragraphs>
  <Slides>26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Kantoorthema</vt:lpstr>
      <vt:lpstr>The number 0 (multiplication/division) and useful properties about fractions (addition/subtraction/multiplication/division)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6</cp:revision>
  <dcterms:created xsi:type="dcterms:W3CDTF">2026-07-14T13:49:33Z</dcterms:created>
  <dcterms:modified xsi:type="dcterms:W3CDTF">2026-07-18T16:14:11Z</dcterms:modified>
</cp:coreProperties>
</file>
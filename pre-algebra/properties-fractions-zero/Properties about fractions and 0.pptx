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3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9144000" cy="5143500" type="screen16x9"/>
  <p:notesSz cx="6858000" cy="9144000"/>
  <p:embeddedFontLst>
    <p:embeddedFont>
      <p:font typeface="Play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3b2d9cb6e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f3b2d9cb6e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3b2d9cb6e_2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f3b2d9cb6e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3b2d9cb6e_2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f3b2d9cb6e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3b2d9cb6e_2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f3b2d9cb6e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b2d9cb6e_2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f3b2d9cb6e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3b2d9cb6e_2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f3b2d9cb6e_2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3b2d9cb6e_2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f3b2d9cb6e_2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f3b2d9cb6e_2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3b2d9cb6e_2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f3b2d9cb6e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3b2d9cb6e_2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f3b2d9cb6e_2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3b2d9cb6e_2_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f3b2d9cb6e_2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3b2d9cb6e_2_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f3b2d9cb6e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3b2d9cb6e_2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f3b2d9cb6e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3b2d9cb6e_2_1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f3b2d9cb6e_2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3b2d9cb6e_2_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f3b2d9cb6e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3b2d9cb6e_2_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f3b2d9cb6e_2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3b2d9cb6e_2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f3b2d9cb6e_2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55a4e9d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55a4e9d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55a4e9d1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55a4e9d1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55a4e9d1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55a4e9d1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3b2d9cb6e_2_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f3b2d9cb6e_2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3b2d9cb6e_2_1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f3b2d9cb6e_2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3b2d9cb6e_2_1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3f3b2d9cb6e_2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3b2d9cb6e_2_1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f3b2d9cb6e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3b2d9cb6e_2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f3b2d9cb6e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3b2d9cb6e_2_1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f3b2d9cb6e_2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3b2d9cb6e_2_1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f3b2d9cb6e_2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3b2d9cb6e_2_1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g3f3b2d9cb6e_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3b2d9cb6e_2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f3b2d9cb6e_2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3b2d9cb6e_2_1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f3b2d9cb6e_2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dia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g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en objec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ekop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van twee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elijking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een titel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met bijschrift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en verticale teks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e titel en teks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ctrTitle"/>
          </p:nvPr>
        </p:nvSpPr>
        <p:spPr>
          <a:xfrm>
            <a:off x="1232807" y="2001100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Play"/>
              <a:buNone/>
            </a:pPr>
            <a:r>
              <a:rPr lang="nl">
                <a:solidFill>
                  <a:srgbClr val="FF0000"/>
                </a:solidFill>
              </a:rPr>
              <a:t>The number 0 (multiplication/division) </a:t>
            </a:r>
            <a:r>
              <a:rPr lang="nl">
                <a:solidFill>
                  <a:schemeClr val="accent3"/>
                </a:solidFill>
              </a:rPr>
              <a:t>and </a:t>
            </a:r>
            <a:r>
              <a:rPr lang="nl"/>
              <a:t>useful properties about fractions (addition/subtraction/multiplication/division)</a:t>
            </a:r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1"/>
          </p:nvPr>
        </p:nvSpPr>
        <p:spPr>
          <a:xfrm>
            <a:off x="1143000" y="3901679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nl"/>
              <a:t>By Hurles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descr="Schermopname (922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3" y="0"/>
            <a:ext cx="905708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 descr="Schermopname (923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7904" y="0"/>
            <a:ext cx="8407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8" descr="Schermopname (895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10878"/>
            <a:ext cx="9144000" cy="2521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9" descr="Schermopname (896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5966"/>
            <a:ext cx="9144000" cy="4931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0" descr="Schermopname (900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25041"/>
            <a:ext cx="9144000" cy="4492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1" descr="Schermopname (900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25636"/>
            <a:ext cx="9144000" cy="449222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1"/>
          <p:cNvSpPr txBox="1"/>
          <p:nvPr/>
        </p:nvSpPr>
        <p:spPr>
          <a:xfrm>
            <a:off x="5935499" y="325625"/>
            <a:ext cx="3208500" cy="26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700" b="1" i="0" u="none" strike="noStrike" cap="none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You can also see why this works by following this pattern for multiplication: </a:t>
            </a:r>
            <a:r>
              <a:rPr lang="nl" sz="6000" b="1" i="0" u="sng" strike="noStrike" cap="none">
                <a:solidFill>
                  <a:srgbClr val="4D90D8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X</a:t>
            </a:r>
            <a:endParaRPr sz="2700" b="1" u="sng">
              <a:solidFill>
                <a:srgbClr val="4D90D8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1"/>
          <p:cNvSpPr txBox="1"/>
          <p:nvPr/>
        </p:nvSpPr>
        <p:spPr>
          <a:xfrm>
            <a:off x="0" y="2750175"/>
            <a:ext cx="71784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700" b="1" dirty="0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In the underlined </a:t>
            </a:r>
            <a:r>
              <a:rPr lang="nl" sz="3600" b="1" i="0" u="sng" strike="noStrike" cap="none" dirty="0">
                <a:solidFill>
                  <a:srgbClr val="4D90D8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nl" sz="2700" b="1" dirty="0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symbol, you see that the </a:t>
            </a:r>
            <a:r>
              <a:rPr lang="nl" sz="3600" b="1" dirty="0">
                <a:solidFill>
                  <a:srgbClr val="4D90D8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_</a:t>
            </a:r>
            <a:r>
              <a:rPr lang="nl" sz="2700" b="1" dirty="0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nl" sz="2700" b="1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implies 5*2, </a:t>
            </a:r>
            <a:r>
              <a:rPr lang="nl" sz="2700" b="1" dirty="0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nl" sz="3300" b="1" dirty="0">
                <a:solidFill>
                  <a:srgbClr val="4D90D8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nl" sz="2700" b="1" dirty="0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lang="nl" sz="2700" b="1" u="sng" dirty="0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nl" sz="2700" b="1" dirty="0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implies 5*7 and the </a:t>
            </a:r>
            <a:r>
              <a:rPr lang="nl" sz="3000" b="1" dirty="0">
                <a:solidFill>
                  <a:srgbClr val="4D90D8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\</a:t>
            </a:r>
            <a:r>
              <a:rPr lang="nl" sz="2700" b="1" dirty="0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implies 3*2; all steps that have to be completed for this</a:t>
            </a:r>
            <a:endParaRPr sz="2700" b="1" u="sng" dirty="0">
              <a:solidFill>
                <a:srgbClr val="4D90D8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1"/>
          <p:cNvSpPr txBox="1"/>
          <p:nvPr/>
        </p:nvSpPr>
        <p:spPr>
          <a:xfrm>
            <a:off x="195943" y="374247"/>
            <a:ext cx="3853542" cy="4847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700" b="1" u="sng">
                <a:solidFill>
                  <a:srgbClr val="4D90D8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EASY TRICK!!!</a:t>
            </a:r>
            <a:endParaRPr sz="1100"/>
          </a:p>
        </p:txBody>
      </p:sp>
      <p:sp>
        <p:nvSpPr>
          <p:cNvPr id="165" name="Google Shape;165;p31"/>
          <p:cNvSpPr/>
          <p:nvPr/>
        </p:nvSpPr>
        <p:spPr>
          <a:xfrm>
            <a:off x="3528800" y="4278200"/>
            <a:ext cx="3155400" cy="444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1"/>
          <p:cNvSpPr/>
          <p:nvPr/>
        </p:nvSpPr>
        <p:spPr>
          <a:xfrm>
            <a:off x="6978550" y="3152600"/>
            <a:ext cx="1969500" cy="1125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1"/>
          <p:cNvSpPr/>
          <p:nvPr/>
        </p:nvSpPr>
        <p:spPr>
          <a:xfrm rot="5400000">
            <a:off x="6785750" y="2824250"/>
            <a:ext cx="442500" cy="579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E4AE8433-B021-342D-9B75-BACC3C5F4BB9}"/>
              </a:ext>
            </a:extLst>
          </p:cNvPr>
          <p:cNvCxnSpPr>
            <a:cxnSpLocks/>
          </p:cNvCxnSpPr>
          <p:nvPr/>
        </p:nvCxnSpPr>
        <p:spPr>
          <a:xfrm>
            <a:off x="808263" y="1469571"/>
            <a:ext cx="824594" cy="670779"/>
          </a:xfrm>
          <a:prstGeom prst="line">
            <a:avLst/>
          </a:prstGeom>
          <a:ln w="53975"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C9DD74B6-9A38-9048-91E1-83F6462E618C}"/>
              </a:ext>
            </a:extLst>
          </p:cNvPr>
          <p:cNvCxnSpPr>
            <a:cxnSpLocks/>
          </p:cNvCxnSpPr>
          <p:nvPr/>
        </p:nvCxnSpPr>
        <p:spPr>
          <a:xfrm flipH="1">
            <a:off x="918481" y="1408617"/>
            <a:ext cx="612320" cy="693408"/>
          </a:xfrm>
          <a:prstGeom prst="line">
            <a:avLst/>
          </a:prstGeom>
          <a:ln w="53975"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E85574B5-979B-5DFF-54BC-300E326E20D7}"/>
              </a:ext>
            </a:extLst>
          </p:cNvPr>
          <p:cNvCxnSpPr>
            <a:cxnSpLocks/>
          </p:cNvCxnSpPr>
          <p:nvPr/>
        </p:nvCxnSpPr>
        <p:spPr>
          <a:xfrm>
            <a:off x="808263" y="2129133"/>
            <a:ext cx="930730" cy="0"/>
          </a:xfrm>
          <a:prstGeom prst="line">
            <a:avLst/>
          </a:prstGeom>
          <a:ln w="53975"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2" descr="Schermopname (901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8631"/>
            <a:ext cx="9144000" cy="4185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3" descr="Schermopname (903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6485"/>
            <a:ext cx="9144000" cy="4249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4" descr="Schermopname (904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144"/>
            <a:ext cx="9144000" cy="5128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5" descr="Schermopname (905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266"/>
            <a:ext cx="9144000" cy="3940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6" descr="Schermopname (906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85825"/>
            <a:ext cx="914400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7" descr="Schermopname (907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3147"/>
            <a:ext cx="9144000" cy="4317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8" descr="Schermopname (908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66713"/>
            <a:ext cx="9144000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9" descr="Schermopname (909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42888"/>
            <a:ext cx="9144000" cy="4656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40" descr="Schermopname (910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71538"/>
            <a:ext cx="9144000" cy="3399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41" title="Schermopname (96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6175"/>
            <a:ext cx="8839200" cy="2934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42" title="Schermopname (96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50" y="970200"/>
            <a:ext cx="8839200" cy="3354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43" title="Schermopname (96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8475"/>
            <a:ext cx="8839200" cy="3887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44" descr="Schermopname (911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75172"/>
            <a:ext cx="9144000" cy="2391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45" descr="Schermopname (912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53604"/>
            <a:ext cx="9144000" cy="4635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6" descr="Schermopname (913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0241"/>
            <a:ext cx="9144000" cy="5101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47" descr="Schermopname (914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32235"/>
            <a:ext cx="9144000" cy="367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48" descr="Schermopname (916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7631"/>
            <a:ext cx="9144000" cy="4947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49" descr="Schermopname (917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02506"/>
            <a:ext cx="9144000" cy="3138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50" descr="Schermopname (918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813"/>
            <a:ext cx="9144000" cy="509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51" descr="Schermopname (919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98847"/>
            <a:ext cx="9144000" cy="4545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52" descr="Schermopname (920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91729"/>
            <a:ext cx="9144000" cy="4160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7049CA48-D608-2AB3-FB47-CA52C3FAB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54" y="1342779"/>
            <a:ext cx="5561639" cy="1563707"/>
          </a:xfrm>
          <a:prstGeom prst="rect">
            <a:avLst/>
          </a:prstGeom>
        </p:spPr>
      </p:pic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9C08A468-97AD-DFDD-90F2-F7583E89C45D}"/>
              </a:ext>
            </a:extLst>
          </p:cNvPr>
          <p:cNvCxnSpPr/>
          <p:nvPr/>
        </p:nvCxnSpPr>
        <p:spPr>
          <a:xfrm>
            <a:off x="3492554" y="3616779"/>
            <a:ext cx="97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53" descr="Schermopname (921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43075"/>
            <a:ext cx="9144000" cy="165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79</Words>
  <Application>Microsoft Office PowerPoint</Application>
  <PresentationFormat>Diavoorstelling (16:9)</PresentationFormat>
  <Paragraphs>6</Paragraphs>
  <Slides>29</Slides>
  <Notes>29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2</vt:i4>
      </vt:variant>
      <vt:variant>
        <vt:lpstr>Diatitels</vt:lpstr>
      </vt:variant>
      <vt:variant>
        <vt:i4>29</vt:i4>
      </vt:variant>
    </vt:vector>
  </HeadingPairs>
  <TitlesOfParts>
    <vt:vector size="33" baseType="lpstr">
      <vt:lpstr>Play</vt:lpstr>
      <vt:lpstr>Arial</vt:lpstr>
      <vt:lpstr>Simple Light</vt:lpstr>
      <vt:lpstr>Kantoorthema</vt:lpstr>
      <vt:lpstr>The number 0 (multiplication/division) and useful properties about fractions (addition/subtraction/multiplication/division)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William van Gelderen</cp:lastModifiedBy>
  <cp:revision>4</cp:revision>
  <dcterms:modified xsi:type="dcterms:W3CDTF">2026-07-25T07:39:59Z</dcterms:modified>
</cp:coreProperties>
</file>
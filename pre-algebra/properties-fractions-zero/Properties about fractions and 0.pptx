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43C437-5101-3CAD-86B6-01A0E32415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4E2AF016-59AA-BBC3-32C9-1FADB2A2EC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F9E8FAE-ED29-3AC2-26FD-5B2E82CD2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981E-B42D-4CE1-ABC6-E856EFC04C7C}" type="datetimeFigureOut">
              <a:rPr lang="nl-NL" smtClean="0"/>
              <a:t>14-7-2026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D2F4A08-408C-50AE-3459-15E2FAC0C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7A6912C-97F1-3B35-7424-277BE9900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7458C-3A96-45BC-886A-B783FA83FE0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154138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3B736E-452D-497D-1976-853D9005F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E34D88B-D6B4-E3CF-CE2F-1C930F300E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FDBE542-594E-A1E7-4E10-D2AB44D0E6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981E-B42D-4CE1-ABC6-E856EFC04C7C}" type="datetimeFigureOut">
              <a:rPr lang="nl-NL" smtClean="0"/>
              <a:t>14-7-2026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7968A1F-F6D8-FD75-E311-A03C273AE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5CC4EEB-4317-924D-2C79-A72427DB3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7458C-3A96-45BC-886A-B783FA83FE0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25901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BD701B-00D3-698E-5CA4-65C9768ED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B3ACABA-B609-7299-C288-FBAA27C98F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70657E8-254C-4F52-F76B-1D97A9F61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981E-B42D-4CE1-ABC6-E856EFC04C7C}" type="datetimeFigureOut">
              <a:rPr lang="nl-NL" smtClean="0"/>
              <a:t>14-7-2026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CA91B4D-626D-1B7E-54CB-C6DDFF068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4ECA45E-9D42-18B7-C1F6-C036FE92B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7458C-3A96-45BC-886A-B783FA83FE0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66487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6B07B0-EC7D-FC86-159C-D1AC2D4F5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554F779-A005-A725-143C-BF40389555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1F39CE8D-A67E-E8A5-A052-674B2CA8E7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3B2DD26-8B61-7BBB-8EB5-DDD5ADC36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981E-B42D-4CE1-ABC6-E856EFC04C7C}" type="datetimeFigureOut">
              <a:rPr lang="nl-NL" smtClean="0"/>
              <a:t>14-7-2026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FD8569D1-088F-F18C-1B01-D37808CDE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7510EC2-4AD0-8407-EB81-F9E77B75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7458C-3A96-45BC-886A-B783FA83FE0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84291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18FA75-7573-94C4-116A-DE21A0F16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5285FFA-7A73-4A5B-05D5-046E8C3C5B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2B9944A9-78F9-9AA9-D91C-FED0923125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C18814D7-9998-35A7-7696-B8404BB3DE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EE2AA0D2-AB31-ACB5-B17B-66264B1665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C480C098-868D-1173-57FD-8FCDE88A0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981E-B42D-4CE1-ABC6-E856EFC04C7C}" type="datetimeFigureOut">
              <a:rPr lang="nl-NL" smtClean="0"/>
              <a:t>14-7-2026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4D675A19-0855-E55F-FB11-FFA28BB18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F0F91949-B976-9271-CA86-31499F9CE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7458C-3A96-45BC-886A-B783FA83FE0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721150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BA834B-DF3A-E76F-8408-F9CE2F0FB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6DAA9EC9-CBBB-3D52-8FCA-C6BC27218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981E-B42D-4CE1-ABC6-E856EFC04C7C}" type="datetimeFigureOut">
              <a:rPr lang="nl-NL" smtClean="0"/>
              <a:t>14-7-2026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DDE393C2-F153-C4EB-24EF-1B71F3316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99757901-2EA5-49F1-3AEC-807150CED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7458C-3A96-45BC-886A-B783FA83FE0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37319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B6F8CD02-3B99-5CA7-8A2C-440EEBF1E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981E-B42D-4CE1-ABC6-E856EFC04C7C}" type="datetimeFigureOut">
              <a:rPr lang="nl-NL" smtClean="0"/>
              <a:t>14-7-2026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276C21C2-FA8D-70AB-1F26-54DFEBE93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ED16403F-B097-9BD8-4C3E-0DD5ABA78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7458C-3A96-45BC-886A-B783FA83FE0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84514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D5344E-87F5-7A30-F173-790CBF2E6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DFE5846-ABED-2772-905C-1313EA6FFC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EA72C53F-964C-FA94-AEE1-B581450922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4CF1979B-0787-3DAA-4BF3-0473B7F37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981E-B42D-4CE1-ABC6-E856EFC04C7C}" type="datetimeFigureOut">
              <a:rPr lang="nl-NL" smtClean="0"/>
              <a:t>14-7-2026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8C27EF4-2F7E-E0E5-E06D-BB4DBCD72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B10FC8A-78D9-C3DA-4030-1CB425FFE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7458C-3A96-45BC-886A-B783FA83FE0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28493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606A9A-6F7B-A87C-452F-223F87EA7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C1563BFD-CDDD-07F2-B9B3-3B67365A5A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C95EF12C-6E2C-C6AF-206A-8C65DCCF6B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5183CCC-AC5F-B418-2334-0E0189D43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981E-B42D-4CE1-ABC6-E856EFC04C7C}" type="datetimeFigureOut">
              <a:rPr lang="nl-NL" smtClean="0"/>
              <a:t>14-7-2026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932E0F0E-9E1F-D956-CA19-B5AC9B097A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2D2A9CB-084E-B460-B8F9-A337968F8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7458C-3A96-45BC-886A-B783FA83FE0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95883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2C5CD4-1623-FC9E-7DF3-DFA3F255E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1465ABA5-9849-F592-9646-0734AD9525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CD0B8C6-BB20-C4A4-A23E-871AE1571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981E-B42D-4CE1-ABC6-E856EFC04C7C}" type="datetimeFigureOut">
              <a:rPr lang="nl-NL" smtClean="0"/>
              <a:t>14-7-2026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719404F-1A1D-E985-557F-8221089D7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217ACB9-5A40-D856-3413-0A28ED174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7458C-3A96-45BC-886A-B783FA83FE0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07690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D075A3FF-799E-FF7C-208F-D87EB1C3BE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395D791-C91A-1A09-91D6-81FA1106A4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DFC21AE-8534-F739-E48E-6A4ABE45C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981E-B42D-4CE1-ABC6-E856EFC04C7C}" type="datetimeFigureOut">
              <a:rPr lang="nl-NL" smtClean="0"/>
              <a:t>14-7-2026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812FC59-A160-3F27-3ED1-64CF76ACC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07B8B1D-F271-695A-A252-08145F91D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7458C-3A96-45BC-886A-B783FA83FE0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6505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D1D5AB40-4F9A-D5D4-E616-E78EF6A63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560319E-8C5A-91A0-8C4B-06AC9D167B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4F75755-4857-2130-8EBF-91CDE1C25C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F981E-B42D-4CE1-ABC6-E856EFC04C7C}" type="datetimeFigureOut">
              <a:rPr lang="nl-NL" smtClean="0"/>
              <a:t>14-7-2026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223CD2D-B8CA-38F0-5483-4E277EC455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9FB6CC2-FEA1-02D0-1D78-401E2680BE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D7458C-3A96-45BC-886A-B783FA83FE0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9335292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A730E6-0C05-75E4-D4CF-451468BA7A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3743" y="2668134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nl-NL" dirty="0">
                <a:solidFill>
                  <a:srgbClr val="FF0000"/>
                </a:solidFill>
              </a:rPr>
              <a:t>The </a:t>
            </a:r>
            <a:r>
              <a:rPr lang="nl-NL" dirty="0" err="1">
                <a:solidFill>
                  <a:srgbClr val="FF0000"/>
                </a:solidFill>
              </a:rPr>
              <a:t>number</a:t>
            </a:r>
            <a:r>
              <a:rPr lang="nl-NL" dirty="0">
                <a:solidFill>
                  <a:srgbClr val="FF0000"/>
                </a:solidFill>
              </a:rPr>
              <a:t> 0 (</a:t>
            </a:r>
            <a:r>
              <a:rPr lang="nl-NL" dirty="0" err="1">
                <a:solidFill>
                  <a:srgbClr val="FF0000"/>
                </a:solidFill>
              </a:rPr>
              <a:t>multiplication</a:t>
            </a:r>
            <a:r>
              <a:rPr lang="nl-NL" dirty="0">
                <a:solidFill>
                  <a:srgbClr val="FF0000"/>
                </a:solidFill>
              </a:rPr>
              <a:t>/</a:t>
            </a:r>
            <a:r>
              <a:rPr lang="nl-NL" dirty="0" err="1">
                <a:solidFill>
                  <a:srgbClr val="FF0000"/>
                </a:solidFill>
              </a:rPr>
              <a:t>division</a:t>
            </a:r>
            <a:r>
              <a:rPr lang="nl-NL" dirty="0">
                <a:solidFill>
                  <a:srgbClr val="FF0000"/>
                </a:solidFill>
              </a:rPr>
              <a:t>) </a:t>
            </a:r>
            <a:r>
              <a:rPr lang="nl-NL" dirty="0" err="1">
                <a:solidFill>
                  <a:schemeClr val="accent3"/>
                </a:solidFill>
              </a:rPr>
              <a:t>and</a:t>
            </a:r>
            <a:r>
              <a:rPr lang="nl-NL" dirty="0">
                <a:solidFill>
                  <a:schemeClr val="accent3"/>
                </a:solidFill>
              </a:rPr>
              <a:t> </a:t>
            </a:r>
            <a:r>
              <a:rPr lang="nl-NL" dirty="0" err="1"/>
              <a:t>useful</a:t>
            </a:r>
            <a:r>
              <a:rPr lang="nl-NL" dirty="0"/>
              <a:t> </a:t>
            </a:r>
            <a:r>
              <a:rPr lang="nl-NL" dirty="0" err="1"/>
              <a:t>properties</a:t>
            </a:r>
            <a:r>
              <a:rPr lang="nl-NL" dirty="0"/>
              <a:t> </a:t>
            </a:r>
            <a:r>
              <a:rPr lang="nl-NL" dirty="0" err="1"/>
              <a:t>about</a:t>
            </a:r>
            <a:r>
              <a:rPr lang="nl-NL" dirty="0"/>
              <a:t> </a:t>
            </a:r>
            <a:r>
              <a:rPr lang="nl-NL" dirty="0" err="1"/>
              <a:t>fractions</a:t>
            </a:r>
            <a:r>
              <a:rPr lang="nl-NL" dirty="0"/>
              <a:t> (</a:t>
            </a:r>
            <a:r>
              <a:rPr lang="nl-NL" dirty="0" err="1"/>
              <a:t>addition</a:t>
            </a:r>
            <a:r>
              <a:rPr lang="nl-NL" dirty="0"/>
              <a:t>/</a:t>
            </a:r>
            <a:r>
              <a:rPr lang="nl-NL" dirty="0" err="1"/>
              <a:t>subtraction</a:t>
            </a:r>
            <a:r>
              <a:rPr lang="nl-NL" dirty="0"/>
              <a:t>/</a:t>
            </a:r>
            <a:r>
              <a:rPr lang="nl-NL" dirty="0" err="1"/>
              <a:t>multiplication</a:t>
            </a:r>
            <a:r>
              <a:rPr lang="nl-NL" dirty="0"/>
              <a:t>/</a:t>
            </a:r>
            <a:r>
              <a:rPr lang="nl-NL" dirty="0" err="1"/>
              <a:t>division</a:t>
            </a:r>
            <a:r>
              <a:rPr lang="nl-NL" dirty="0"/>
              <a:t>)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5358793-D59C-1C0B-CD78-74D6A14C71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202238"/>
            <a:ext cx="9144000" cy="1655762"/>
          </a:xfrm>
        </p:spPr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83941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2)">
            <a:extLst>
              <a:ext uri="{FF2B5EF4-FFF2-40B4-BE49-F238E27FC236}">
                <a16:creationId xmlns:a16="http://schemas.microsoft.com/office/drawing/2014/main" id="{463780C4-67EF-F5D3-8702-E5F7E369BDD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" y="0"/>
            <a:ext cx="120761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7885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3)">
            <a:extLst>
              <a:ext uri="{FF2B5EF4-FFF2-40B4-BE49-F238E27FC236}">
                <a16:creationId xmlns:a16="http://schemas.microsoft.com/office/drawing/2014/main" id="{90391415-8668-7EF0-B232-47F7D9CFAF4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538" y="0"/>
            <a:ext cx="112093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51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895)">
            <a:extLst>
              <a:ext uri="{FF2B5EF4-FFF2-40B4-BE49-F238E27FC236}">
                <a16:creationId xmlns:a16="http://schemas.microsoft.com/office/drawing/2014/main" id="{15C0BC39-DD8A-7849-5C83-A55D22F31BC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47838"/>
            <a:ext cx="12192000" cy="336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9253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896)">
            <a:extLst>
              <a:ext uri="{FF2B5EF4-FFF2-40B4-BE49-F238E27FC236}">
                <a16:creationId xmlns:a16="http://schemas.microsoft.com/office/drawing/2014/main" id="{B859EAEE-3826-4E83-096F-29A42970FB4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88"/>
            <a:ext cx="12192000" cy="657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9211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00)">
            <a:extLst>
              <a:ext uri="{FF2B5EF4-FFF2-40B4-BE49-F238E27FC236}">
                <a16:creationId xmlns:a16="http://schemas.microsoft.com/office/drawing/2014/main" id="{B7D66D0F-6754-A4E2-9BC3-8008341F14A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3388"/>
            <a:ext cx="12192000" cy="5989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536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01)">
            <a:extLst>
              <a:ext uri="{FF2B5EF4-FFF2-40B4-BE49-F238E27FC236}">
                <a16:creationId xmlns:a16="http://schemas.microsoft.com/office/drawing/2014/main" id="{44029A88-841E-7458-729A-15474A99C65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8175"/>
            <a:ext cx="12192000" cy="5580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9157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03)">
            <a:extLst>
              <a:ext uri="{FF2B5EF4-FFF2-40B4-BE49-F238E27FC236}">
                <a16:creationId xmlns:a16="http://schemas.microsoft.com/office/drawing/2014/main" id="{711DE4DC-35BC-7A02-8909-17B5AE77092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5313"/>
            <a:ext cx="12192000" cy="5665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89247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04)">
            <a:extLst>
              <a:ext uri="{FF2B5EF4-FFF2-40B4-BE49-F238E27FC236}">
                <a16:creationId xmlns:a16="http://schemas.microsoft.com/office/drawing/2014/main" id="{4002886B-1FE9-0AD6-7AEB-BFA6A455608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525"/>
            <a:ext cx="12192000" cy="6837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0947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05)">
            <a:extLst>
              <a:ext uri="{FF2B5EF4-FFF2-40B4-BE49-F238E27FC236}">
                <a16:creationId xmlns:a16="http://schemas.microsoft.com/office/drawing/2014/main" id="{B35B5A99-258B-853F-3610-6895EEDED9B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01688"/>
            <a:ext cx="12192000" cy="5254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902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06)">
            <a:extLst>
              <a:ext uri="{FF2B5EF4-FFF2-40B4-BE49-F238E27FC236}">
                <a16:creationId xmlns:a16="http://schemas.microsoft.com/office/drawing/2014/main" id="{A3CCC691-4E62-2CF4-7F0B-E1B1CCE883D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1100"/>
            <a:ext cx="12192000" cy="449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4259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07)">
            <a:extLst>
              <a:ext uri="{FF2B5EF4-FFF2-40B4-BE49-F238E27FC236}">
                <a16:creationId xmlns:a16="http://schemas.microsoft.com/office/drawing/2014/main" id="{2C5C96E2-A4AA-8D56-EDC4-3E9F4D71906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0863"/>
            <a:ext cx="12192000" cy="575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3374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08)">
            <a:extLst>
              <a:ext uri="{FF2B5EF4-FFF2-40B4-BE49-F238E27FC236}">
                <a16:creationId xmlns:a16="http://schemas.microsoft.com/office/drawing/2014/main" id="{471201CB-25FB-4553-D22E-C24AC820804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8950"/>
            <a:ext cx="12192000" cy="588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6810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09)">
            <a:extLst>
              <a:ext uri="{FF2B5EF4-FFF2-40B4-BE49-F238E27FC236}">
                <a16:creationId xmlns:a16="http://schemas.microsoft.com/office/drawing/2014/main" id="{BDAD4E8B-CBFD-6A06-2C5E-6CC5094CE13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3850"/>
            <a:ext cx="12192000" cy="6208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4413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10)">
            <a:extLst>
              <a:ext uri="{FF2B5EF4-FFF2-40B4-BE49-F238E27FC236}">
                <a16:creationId xmlns:a16="http://schemas.microsoft.com/office/drawing/2014/main" id="{0BF313B1-52EC-8F0A-93C6-0EA37104294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62050"/>
            <a:ext cx="12192000" cy="4532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22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11)">
            <a:extLst>
              <a:ext uri="{FF2B5EF4-FFF2-40B4-BE49-F238E27FC236}">
                <a16:creationId xmlns:a16="http://schemas.microsoft.com/office/drawing/2014/main" id="{A90C9CF6-85BC-DD63-7F42-0CC9F1DC4CD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33563"/>
            <a:ext cx="12192000" cy="3189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9658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12)">
            <a:extLst>
              <a:ext uri="{FF2B5EF4-FFF2-40B4-BE49-F238E27FC236}">
                <a16:creationId xmlns:a16="http://schemas.microsoft.com/office/drawing/2014/main" id="{AE4E1538-A886-8C11-B07D-65584D636CE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38138"/>
            <a:ext cx="12192000" cy="6180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4458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13)">
            <a:extLst>
              <a:ext uri="{FF2B5EF4-FFF2-40B4-BE49-F238E27FC236}">
                <a16:creationId xmlns:a16="http://schemas.microsoft.com/office/drawing/2014/main" id="{ECDF41B3-F304-4CC9-B6E7-5C59CB1D98A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988"/>
            <a:ext cx="12192000" cy="6802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6668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14)">
            <a:extLst>
              <a:ext uri="{FF2B5EF4-FFF2-40B4-BE49-F238E27FC236}">
                <a16:creationId xmlns:a16="http://schemas.microsoft.com/office/drawing/2014/main" id="{9DB138D5-07D6-05E0-5737-63267063B62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76313"/>
            <a:ext cx="12192000" cy="4903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152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16)">
            <a:extLst>
              <a:ext uri="{FF2B5EF4-FFF2-40B4-BE49-F238E27FC236}">
                <a16:creationId xmlns:a16="http://schemas.microsoft.com/office/drawing/2014/main" id="{86C50592-9F34-4342-64FD-5181E45A3F0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0175"/>
            <a:ext cx="12192000" cy="659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37882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17)">
            <a:extLst>
              <a:ext uri="{FF2B5EF4-FFF2-40B4-BE49-F238E27FC236}">
                <a16:creationId xmlns:a16="http://schemas.microsoft.com/office/drawing/2014/main" id="{FC1BB857-FF60-B4B9-7423-7CC0C98C388A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6675"/>
            <a:ext cx="12192000" cy="418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0552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18)">
            <a:extLst>
              <a:ext uri="{FF2B5EF4-FFF2-40B4-BE49-F238E27FC236}">
                <a16:creationId xmlns:a16="http://schemas.microsoft.com/office/drawing/2014/main" id="{10641029-952D-B980-3C03-0AB06CE4A46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750"/>
            <a:ext cx="12192000" cy="679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0008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19)">
            <a:extLst>
              <a:ext uri="{FF2B5EF4-FFF2-40B4-BE49-F238E27FC236}">
                <a16:creationId xmlns:a16="http://schemas.microsoft.com/office/drawing/2014/main" id="{54EB62E8-9A6E-DD6A-B62A-B12FEB46AD4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8463"/>
            <a:ext cx="12192000" cy="6061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0503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0)">
            <a:extLst>
              <a:ext uri="{FF2B5EF4-FFF2-40B4-BE49-F238E27FC236}">
                <a16:creationId xmlns:a16="http://schemas.microsoft.com/office/drawing/2014/main" id="{6BE1238B-7456-D110-D902-3054389BDC2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5638"/>
            <a:ext cx="12192000" cy="554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0732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1)">
            <a:extLst>
              <a:ext uri="{FF2B5EF4-FFF2-40B4-BE49-F238E27FC236}">
                <a16:creationId xmlns:a16="http://schemas.microsoft.com/office/drawing/2014/main" id="{DA0DAAB7-8677-A586-857E-ACCE9D0FD82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24100"/>
            <a:ext cx="12192000" cy="2208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420942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24</Words>
  <Application>Microsoft Office PowerPoint</Application>
  <PresentationFormat>Breedbeeld</PresentationFormat>
  <Paragraphs>2</Paragraphs>
  <Slides>25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25</vt:i4>
      </vt:variant>
    </vt:vector>
  </HeadingPairs>
  <TitlesOfParts>
    <vt:vector size="29" baseType="lpstr">
      <vt:lpstr>Aptos</vt:lpstr>
      <vt:lpstr>Aptos Display</vt:lpstr>
      <vt:lpstr>Arial</vt:lpstr>
      <vt:lpstr>Kantoorthema</vt:lpstr>
      <vt:lpstr>The number 0 (multiplication/division) and useful properties about fractions (addition/subtraction/multiplication/division)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1</cp:revision>
  <dcterms:created xsi:type="dcterms:W3CDTF">2026-07-14T13:49:33Z</dcterms:created>
  <dcterms:modified xsi:type="dcterms:W3CDTF">2026-07-14T13:53:19Z</dcterms:modified>
</cp:coreProperties>
</file>
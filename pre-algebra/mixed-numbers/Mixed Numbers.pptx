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</p:sldMasterIdLst>
  <p:sldIdLst>
    <p:sldId id="256" r:id="rId3"/>
    <p:sldId id="332" r:id="rId4"/>
    <p:sldId id="333" r:id="rId5"/>
    <p:sldId id="334" r:id="rId6"/>
    <p:sldId id="335" r:id="rId7"/>
    <p:sldId id="291" r:id="rId8"/>
    <p:sldId id="336" r:id="rId9"/>
    <p:sldId id="337" r:id="rId10"/>
    <p:sldId id="338" r:id="rId11"/>
    <p:sldId id="339" r:id="rId12"/>
    <p:sldId id="292" r:id="rId13"/>
    <p:sldId id="340" r:id="rId14"/>
    <p:sldId id="341" r:id="rId15"/>
    <p:sldId id="342" r:id="rId16"/>
    <p:sldId id="343" r:id="rId17"/>
    <p:sldId id="35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9403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310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6191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420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9231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057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nl-NL"/>
              <a:t>Klikken om de tekststijl van het model te bewerken</a:t>
            </a:r>
          </a:p>
          <a:p>
            <a:pPr marL="228600" lvl="1" indent="-228600"/>
            <a:r>
              <a:rPr lang="nl-NL"/>
              <a:t>Tweede niveau</a:t>
            </a:r>
          </a:p>
          <a:p>
            <a:pPr marL="228600" lvl="2" indent="-228600"/>
            <a:r>
              <a:rPr lang="nl-NL"/>
              <a:t>Derde niveau</a:t>
            </a:r>
          </a:p>
          <a:p>
            <a:pPr marL="228600" lvl="3" indent="-228600"/>
            <a:r>
              <a:rPr lang="nl-NL"/>
              <a:t>Vierde niveau</a:t>
            </a:r>
          </a:p>
          <a:p>
            <a:pPr marL="228600" lvl="4" indent="-228600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6787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296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060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729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5181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8506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2650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nl-N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7134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5690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3004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4800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714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1891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0304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2734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33884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1817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941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9158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101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5908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FB0A6-9ECB-1E63-8F13-4E1440A8E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44A0AF9-F268-FE43-D517-8C2C768F5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3D484C-841B-696D-55A8-A5CFD7DC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EE9C94-2B3B-690C-48FB-E9168F9E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F80E23-D326-83AA-3759-F8301BF7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35759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47ACB-45F7-D3AA-BE7A-82418704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60FB06-29EA-B096-DDF0-1E66AA96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C3B0CA-0968-9554-8224-2C77B67A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DA20E1-1013-D763-5508-118E8AB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42AC0E-A829-5EF1-3801-A5E4E126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8639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B9855-671C-F4F4-F80C-F327E1EC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42ACE1-0752-71CD-8F72-A32BD962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5A77EA-BB62-51FB-3181-3414E6E3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AC2350-6C96-6215-CCE3-3D31580E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0A216D3-32DD-9D0D-9F7D-7D65695D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37400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48323-3B7F-3B69-9761-C196F4FC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3F4B96-47F4-CF46-4295-E5DD1FF1E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972D9C-3BC1-97BC-E605-AEF83059E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66758D2-A629-9A71-C730-AEED474B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1E2FE07-4BAA-3B81-3699-55A966DC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E32D23-5C40-3F4E-0D89-6B0F7027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72018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1D466-BFBE-5EC0-F150-329ED6BF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D9817C-1CE4-2DF5-5A03-18616726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140C0C-91B5-9FA1-8AA7-AB9B317B7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5D8FCA-C6DA-7849-45B9-8DF4C197B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6BDD12A-75F9-4BF3-9EE0-04A7E0C6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813CA24-6B66-DE52-29C4-63C5B2E7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554582C-18D9-E873-645A-417A3D3B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AA82B5D-C4CC-A12D-71F4-EF271D98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04886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C9109-083A-F7F9-AE5C-0921822B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5A39651-B9AD-6683-532E-C779E681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6EA108-B16F-3752-FB27-73772DF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47C102-CF99-431F-0C23-7E8AE638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9494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7E62C93-2496-BA37-6025-953D0502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5417DDB-19A2-2840-B54B-55FEF077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79A1E9-E3B7-33D4-B867-522B8E6F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08298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B3FF6-1A5B-52F9-0437-DA453AE6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6B171A-69FA-57EB-4E3B-BAA4906D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78835B9-9297-9ED6-3247-E75D8002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49151E-39C7-DC80-F983-209320DF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A15DE90-3D52-1D59-C0EC-BB7D18A4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C27E7B-327F-45F0-3EFD-7CCF71AE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83372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C5BC6-C1DF-49CB-F9FA-DDF589B4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960CE91-7DEB-AF94-5E95-6338447D1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A07ED9-7CF9-5C44-1A4A-0C056A522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62BC73-5D70-6BB2-F35E-4A676F7C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A721649-88E2-5CF4-E09D-73FA37DC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7CA0139-95F4-EEFA-5747-147B14B5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58071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6B400-EA48-5D3F-3F81-798C9F2B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1B8C025-4499-5D15-0B75-4397922A0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9AF6358-A3AB-649F-8D07-2B331658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5C7087-D2A3-D5C8-79ED-F126A9EE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747A86-1847-385F-72F3-78C93C42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66311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62C99B0-47CE-66E6-E205-7B03F8692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FF3E296-0338-2013-7B29-0D384266E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B22A64-5124-5F99-E7DA-FF14FFF0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796C80-B9A4-12F6-C7ED-5397735F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951856-12EF-A9AE-237F-F7E684A2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13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FB6EB0-5343-4332-9719-3786A7DFF4F7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F6205E1-4697-45FC-8FB0-347E8E451B6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238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C2546DD-3B5C-158D-2980-BF983E1C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358F19-602E-B898-5727-53E8D350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BB8B2B-CF1C-EA7C-46BD-2D2AEFBA6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A07384-DE2E-1082-7685-0DB107754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692D62-B485-DC55-05C7-C1F4AB2EF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1265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8A8FD-C640-F7A1-086A-B25E0F52D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880535"/>
            <a:ext cx="8154804" cy="2323883"/>
          </a:xfrm>
        </p:spPr>
        <p:txBody>
          <a:bodyPr/>
          <a:lstStyle/>
          <a:p>
            <a:r>
              <a:rPr lang="nl-NL" dirty="0"/>
              <a:t>Mixed </a:t>
            </a:r>
            <a:r>
              <a:rPr lang="nl-NL" dirty="0" err="1"/>
              <a:t>Numbers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0047562-A7C0-E6A0-FA4A-9B5918C62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258" y="3204418"/>
            <a:ext cx="9157484" cy="1072678"/>
          </a:xfrm>
        </p:spPr>
        <p:txBody>
          <a:bodyPr>
            <a:normAutofit/>
          </a:bodyPr>
          <a:lstStyle/>
          <a:p>
            <a:r>
              <a:rPr lang="nl-NL" sz="2400" dirty="0"/>
              <a:t>(</a:t>
            </a:r>
            <a:r>
              <a:rPr lang="nl-NL" sz="2400" dirty="0" err="1"/>
              <a:t>througout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slides,</a:t>
            </a:r>
            <a:br>
              <a:rPr lang="nl-NL" sz="2400" dirty="0"/>
            </a:br>
            <a:r>
              <a:rPr lang="nl-NL" sz="2400" dirty="0"/>
              <a:t> </a:t>
            </a:r>
            <a:r>
              <a:rPr lang="nl-NL" sz="2400" dirty="0">
                <a:solidFill>
                  <a:srgbClr val="FF0000"/>
                </a:solidFill>
              </a:rPr>
              <a:t>Integer &amp; </a:t>
            </a:r>
            <a:r>
              <a:rPr lang="nl-NL" sz="2400" dirty="0" err="1">
                <a:solidFill>
                  <a:srgbClr val="FF0000"/>
                </a:solidFill>
              </a:rPr>
              <a:t>Fraction</a:t>
            </a:r>
            <a:r>
              <a:rPr lang="nl-NL" sz="2400" dirty="0">
                <a:solidFill>
                  <a:srgbClr val="FF0000"/>
                </a:solidFill>
              </a:rPr>
              <a:t> == Mixed Number</a:t>
            </a:r>
            <a:r>
              <a:rPr lang="nl-NL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0955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0)">
            <a:extLst>
              <a:ext uri="{FF2B5EF4-FFF2-40B4-BE49-F238E27FC236}">
                <a16:creationId xmlns:a16="http://schemas.microsoft.com/office/drawing/2014/main" id="{671A74F6-FB80-FB50-25DD-F721E3164E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288"/>
            <a:ext cx="12192000" cy="555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1)">
            <a:extLst>
              <a:ext uri="{FF2B5EF4-FFF2-40B4-BE49-F238E27FC236}">
                <a16:creationId xmlns:a16="http://schemas.microsoft.com/office/drawing/2014/main" id="{F7DDF574-C782-B1FC-B96D-3B1C339FBE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988"/>
            <a:ext cx="12192000" cy="502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9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3)">
            <a:extLst>
              <a:ext uri="{FF2B5EF4-FFF2-40B4-BE49-F238E27FC236}">
                <a16:creationId xmlns:a16="http://schemas.microsoft.com/office/drawing/2014/main" id="{0583CEA2-3F98-A12F-8899-BF238C2B5BF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3450"/>
            <a:ext cx="12192000" cy="49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4)">
            <a:extLst>
              <a:ext uri="{FF2B5EF4-FFF2-40B4-BE49-F238E27FC236}">
                <a16:creationId xmlns:a16="http://schemas.microsoft.com/office/drawing/2014/main" id="{1CFC8A82-5744-73B0-0F85-C2010CE9E46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8688"/>
            <a:ext cx="12192000" cy="5000625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146501B4-F4A5-676A-DF70-EFFA9069C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745" y="4156969"/>
            <a:ext cx="5377138" cy="15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5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937B0DC-9148-6F7F-2CF6-300F31A18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6417"/>
            <a:ext cx="12192000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1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6)">
            <a:extLst>
              <a:ext uri="{FF2B5EF4-FFF2-40B4-BE49-F238E27FC236}">
                <a16:creationId xmlns:a16="http://schemas.microsoft.com/office/drawing/2014/main" id="{AE896126-EAB7-4E95-1A06-18D6B7F308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913"/>
            <a:ext cx="12192000" cy="571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9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7)">
            <a:extLst>
              <a:ext uri="{FF2B5EF4-FFF2-40B4-BE49-F238E27FC236}">
                <a16:creationId xmlns:a16="http://schemas.microsoft.com/office/drawing/2014/main" id="{A27C5971-D1CB-9110-A9F7-FE7EEBEFF0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121920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8)">
            <a:extLst>
              <a:ext uri="{FF2B5EF4-FFF2-40B4-BE49-F238E27FC236}">
                <a16:creationId xmlns:a16="http://schemas.microsoft.com/office/drawing/2014/main" id="{F3EDFAAD-0F8A-8BDF-F533-32841E6E9C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413"/>
            <a:ext cx="12192000" cy="58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4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79)">
            <a:extLst>
              <a:ext uri="{FF2B5EF4-FFF2-40B4-BE49-F238E27FC236}">
                <a16:creationId xmlns:a16="http://schemas.microsoft.com/office/drawing/2014/main" id="{23DEC51B-CF15-A887-B04E-2227E1D435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7513"/>
            <a:ext cx="12192000" cy="60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73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B0C37B1-16B9-E1BB-CF8E-E921B2D04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707"/>
            <a:ext cx="12191999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2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43a)">
            <a:extLst>
              <a:ext uri="{FF2B5EF4-FFF2-40B4-BE49-F238E27FC236}">
                <a16:creationId xmlns:a16="http://schemas.microsoft.com/office/drawing/2014/main" id="{AD7642E2-432C-00E8-24AD-9458EFFF5E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0"/>
            <a:ext cx="121920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8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43b)">
            <a:extLst>
              <a:ext uri="{FF2B5EF4-FFF2-40B4-BE49-F238E27FC236}">
                <a16:creationId xmlns:a16="http://schemas.microsoft.com/office/drawing/2014/main" id="{F23AF4DF-5C9A-4390-D1C5-68500688C77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12192000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5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44)">
            <a:extLst>
              <a:ext uri="{FF2B5EF4-FFF2-40B4-BE49-F238E27FC236}">
                <a16:creationId xmlns:a16="http://schemas.microsoft.com/office/drawing/2014/main" id="{9EBB3E1A-C7CB-D57C-6712-534ED1CB10D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388"/>
            <a:ext cx="121920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1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45)">
            <a:extLst>
              <a:ext uri="{FF2B5EF4-FFF2-40B4-BE49-F238E27FC236}">
                <a16:creationId xmlns:a16="http://schemas.microsoft.com/office/drawing/2014/main" id="{159D2BD9-4754-F25B-3EB1-D9FCCA6485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74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8065A92-92A2-0302-DAA3-CBA3D303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53"/>
            <a:ext cx="12191999" cy="5858693"/>
          </a:xfrm>
          <a:prstGeom prst="rect">
            <a:avLst/>
          </a:prstGeom>
        </p:spPr>
      </p:pic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9D5AF95A-8B6C-82CE-5557-8567C551D005}"/>
              </a:ext>
            </a:extLst>
          </p:cNvPr>
          <p:cNvCxnSpPr>
            <a:cxnSpLocks/>
          </p:cNvCxnSpPr>
          <p:nvPr/>
        </p:nvCxnSpPr>
        <p:spPr>
          <a:xfrm flipH="1">
            <a:off x="0" y="3047470"/>
            <a:ext cx="109008" cy="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371931"/>
      </p:ext>
    </p:extLst>
  </p:cSld>
  <p:clrMapOvr>
    <a:masterClrMapping/>
  </p:clrMapOvr>
</p:sld>
</file>

<file path=ppt/theme/theme1.xml><?xml version="1.0" encoding="utf-8"?>
<a:theme xmlns:a="http://schemas.openxmlformats.org/drawingml/2006/main" name="Duinzand bruin">
  <a:themeElements>
    <a:clrScheme name="Duinzand bruin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</TotalTime>
  <Words>16</Words>
  <Application>Microsoft Office PowerPoint</Application>
  <PresentationFormat>Breedbeeld</PresentationFormat>
  <Paragraphs>2</Paragraphs>
  <Slides>16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Neue Haas Grotesk Text Pro</vt:lpstr>
      <vt:lpstr>Duinzand bruin</vt:lpstr>
      <vt:lpstr>Kantoorthema</vt:lpstr>
      <vt:lpstr>Mixed Numbers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2026-09-08T09:01:21Z</dcterms:created>
  <dcterms:modified xsi:type="dcterms:W3CDTF">2026-09-08T09:09:12Z</dcterms:modified>
</cp:coreProperties>
</file>
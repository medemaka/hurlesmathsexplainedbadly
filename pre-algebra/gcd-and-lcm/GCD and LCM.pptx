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</p:sldMasterIdLst>
  <p:sldIdLst>
    <p:sldId id="256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5452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545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4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788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81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6685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0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19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380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48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6691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95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954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73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38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5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56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68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80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306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33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152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468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0735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2714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A1288-C687-4749-25A7-AB7F96A33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6A825AB-EF07-6FFF-6900-3C536F3CA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83CAD6-8C51-1F9F-D783-6755DC81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F2556CD-B879-E4C3-4F9F-F5E66CB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206C07-C8EC-F9CA-AD8A-1E97ABFE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5849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FB0A6-9ECB-1E63-8F13-4E1440A8E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44A0AF9-F268-FE43-D517-8C2C768F5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3D484C-841B-696D-55A8-A5CFD7DC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EE9C94-2B3B-690C-48FB-E9168F9E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F80E23-D326-83AA-3759-F8301BF7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6119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47ACB-45F7-D3AA-BE7A-82418704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60FB06-29EA-B096-DDF0-1E66AA96F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C3B0CA-0968-9554-8224-2C77B67A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DA20E1-1013-D763-5508-118E8AB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42AC0E-A829-5EF1-3801-A5E4E126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95843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B9855-671C-F4F4-F80C-F327E1EC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42ACE1-0752-71CD-8F72-A32BD962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5A77EA-BB62-51FB-3181-3414E6E3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AC2350-6C96-6215-CCE3-3D31580E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0A216D3-32DD-9D0D-9F7D-7D65695D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8995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48323-3B7F-3B69-9761-C196F4FC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3F4B96-47F4-CF46-4295-E5DD1FF1E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972D9C-3BC1-97BC-E605-AEF83059E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66758D2-A629-9A71-C730-AEED474B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1E2FE07-4BAA-3B81-3699-55A966DC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E32D23-5C40-3F4E-0D89-6B0F7027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7695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1D466-BFBE-5EC0-F150-329ED6BF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D9817C-1CE4-2DF5-5A03-18616726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140C0C-91B5-9FA1-8AA7-AB9B317B7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85D8FCA-C6DA-7849-45B9-8DF4C197B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6BDD12A-75F9-4BF3-9EE0-04A7E0C6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813CA24-6B66-DE52-29C4-63C5B2E7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554582C-18D9-E873-645A-417A3D3B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AA82B5D-C4CC-A12D-71F4-EF271D98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1450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C9109-083A-F7F9-AE5C-0921822B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5A39651-B9AD-6683-532E-C779E681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6EA108-B16F-3752-FB27-73772DF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47C102-CF99-431F-0C23-7E8AE638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7640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7E62C93-2496-BA37-6025-953D0502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5417DDB-19A2-2840-B54B-55FEF077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79A1E9-E3B7-33D4-B867-522B8E6F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6057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B3FF6-1A5B-52F9-0437-DA453AE6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6B171A-69FA-57EB-4E3B-BAA4906D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78835B9-9297-9ED6-3247-E75D8002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49151E-39C7-DC80-F983-209320DF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A15DE90-3D52-1D59-C0EC-BB7D18A4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C27E7B-327F-45F0-3EFD-7CCF71AE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16887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C5BC6-C1DF-49CB-F9FA-DDF589B4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960CE91-7DEB-AF94-5E95-6338447D1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A07ED9-7CF9-5C44-1A4A-0C056A522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62BC73-5D70-6BB2-F35E-4A676F7C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A721649-88E2-5CF4-E09D-73FA37DC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7CA0139-95F4-EEFA-5747-147B14B5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74268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6B400-EA48-5D3F-3F81-798C9F2B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1B8C025-4499-5D15-0B75-4397922A0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9AF6358-A3AB-649F-8D07-2B331658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5C7087-D2A3-D5C8-79ED-F126A9EE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747A86-1847-385F-72F3-78C93C42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56838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62C99B0-47CE-66E6-E205-7B03F8692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FF3E296-0338-2013-7B29-0D384266E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B22A64-5124-5F99-E7DA-FF14FFF0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796C80-B9A4-12F6-C7ED-5397735F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951856-12EF-A9AE-237F-F7E684A2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445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6ACE59A-C4C3-469D-910E-1648C187E5BD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E00BAA9-052F-465C-87BC-3D8C8C34E144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806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C2546DD-3B5C-158D-2980-BF983E1C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358F19-602E-B898-5727-53E8D350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BB8B2B-CF1C-EA7C-46BD-2D2AEFBA6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F5C99-693A-4581-8CAA-D9013D995DA3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A07384-DE2E-1082-7685-0DB107754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692D62-B485-DC55-05C7-C1F4AB2EF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0C0A1-79A9-42B8-9C24-DD3941D27E9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7059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DBB35-AF87-BA06-DDD0-9F26775C2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287" y="1993220"/>
            <a:ext cx="10646228" cy="2387600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Greatest</a:t>
            </a:r>
            <a:r>
              <a:rPr lang="nl-NL" dirty="0"/>
              <a:t> common </a:t>
            </a:r>
            <a:r>
              <a:rPr lang="nl-NL" dirty="0" err="1"/>
              <a:t>divisor</a:t>
            </a:r>
            <a:r>
              <a:rPr lang="nl-NL" dirty="0"/>
              <a:t> (GCD) </a:t>
            </a:r>
            <a:r>
              <a:rPr lang="nl-NL" dirty="0" err="1"/>
              <a:t>and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 err="1"/>
              <a:t>Least</a:t>
            </a:r>
            <a:r>
              <a:rPr lang="nl-NL" dirty="0"/>
              <a:t> common multiple (LCD)</a:t>
            </a:r>
          </a:p>
        </p:txBody>
      </p:sp>
    </p:spTree>
    <p:extLst>
      <p:ext uri="{BB962C8B-B14F-4D97-AF65-F5344CB8AC3E}">
        <p14:creationId xmlns:p14="http://schemas.microsoft.com/office/powerpoint/2010/main" val="92993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0)">
            <a:extLst>
              <a:ext uri="{FF2B5EF4-FFF2-40B4-BE49-F238E27FC236}">
                <a16:creationId xmlns:a16="http://schemas.microsoft.com/office/drawing/2014/main" id="{2C7083F7-D05B-B6EF-315B-D862B6F2168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4225"/>
            <a:ext cx="12192000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6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1)">
            <a:extLst>
              <a:ext uri="{FF2B5EF4-FFF2-40B4-BE49-F238E27FC236}">
                <a16:creationId xmlns:a16="http://schemas.microsoft.com/office/drawing/2014/main" id="{90E9D727-C546-7AF8-1710-D8C97027E74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75"/>
            <a:ext cx="12192000" cy="682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5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2)">
            <a:extLst>
              <a:ext uri="{FF2B5EF4-FFF2-40B4-BE49-F238E27FC236}">
                <a16:creationId xmlns:a16="http://schemas.microsoft.com/office/drawing/2014/main" id="{0441F290-1F8E-CCC4-5C2C-DB9F16AE4D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8" y="0"/>
            <a:ext cx="11858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2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4)">
            <a:extLst>
              <a:ext uri="{FF2B5EF4-FFF2-40B4-BE49-F238E27FC236}">
                <a16:creationId xmlns:a16="http://schemas.microsoft.com/office/drawing/2014/main" id="{844C2A08-E1F4-FAF1-7D34-90B7DC56EC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11733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9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5)">
            <a:extLst>
              <a:ext uri="{FF2B5EF4-FFF2-40B4-BE49-F238E27FC236}">
                <a16:creationId xmlns:a16="http://schemas.microsoft.com/office/drawing/2014/main" id="{E4AA9DD8-2815-1520-C136-BAA79CC45F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038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1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7)">
            <a:extLst>
              <a:ext uri="{FF2B5EF4-FFF2-40B4-BE49-F238E27FC236}">
                <a16:creationId xmlns:a16="http://schemas.microsoft.com/office/drawing/2014/main" id="{05A33706-93E1-E49A-C013-4FADC973B9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7213"/>
            <a:ext cx="12192000" cy="320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7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8)">
            <a:extLst>
              <a:ext uri="{FF2B5EF4-FFF2-40B4-BE49-F238E27FC236}">
                <a16:creationId xmlns:a16="http://schemas.microsoft.com/office/drawing/2014/main" id="{4C5D6F06-44C6-09D5-FD9E-AC0A777323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050"/>
            <a:ext cx="12192000" cy="42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5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999)">
            <a:extLst>
              <a:ext uri="{FF2B5EF4-FFF2-40B4-BE49-F238E27FC236}">
                <a16:creationId xmlns:a16="http://schemas.microsoft.com/office/drawing/2014/main" id="{79E0C718-DC20-C4D5-D5B7-7BE5B32EEC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775"/>
            <a:ext cx="12192000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1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0)">
            <a:extLst>
              <a:ext uri="{FF2B5EF4-FFF2-40B4-BE49-F238E27FC236}">
                <a16:creationId xmlns:a16="http://schemas.microsoft.com/office/drawing/2014/main" id="{D54A0C53-75A2-89EC-47E7-BECE6B681BB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475"/>
            <a:ext cx="12192000" cy="484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5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001)">
            <a:extLst>
              <a:ext uri="{FF2B5EF4-FFF2-40B4-BE49-F238E27FC236}">
                <a16:creationId xmlns:a16="http://schemas.microsoft.com/office/drawing/2014/main" id="{DAD94867-D3C8-1706-86D8-7CA2CDF6172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0"/>
            <a:ext cx="12192000" cy="66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5433"/>
      </p:ext>
    </p:extLst>
  </p:cSld>
  <p:clrMapOvr>
    <a:masterClrMapping/>
  </p:clrMapOvr>
</p:sld>
</file>

<file path=ppt/theme/theme1.xml><?xml version="1.0" encoding="utf-8"?>
<a:theme xmlns:a="http://schemas.openxmlformats.org/drawingml/2006/main" name="Donkere kleurovergang">
  <a:themeElements>
    <a:clrScheme name="Donkere kleurovergang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</TotalTime>
  <Words>14</Words>
  <Application>Microsoft Office PowerPoint</Application>
  <PresentationFormat>Breedbeeld</PresentationFormat>
  <Paragraphs>1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Nova Light</vt:lpstr>
      <vt:lpstr>Donkere kleurovergang</vt:lpstr>
      <vt:lpstr>Kantoorthema</vt:lpstr>
      <vt:lpstr>Greatest common divisor (GCD) and  Least common multiple (LCD)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2026-09-08T08:54:13Z</dcterms:created>
  <dcterms:modified xsi:type="dcterms:W3CDTF">2026-09-08T08:57:51Z</dcterms:modified>
</cp:coreProperties>
</file>
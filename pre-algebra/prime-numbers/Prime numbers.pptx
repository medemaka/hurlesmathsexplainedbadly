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1" r:id="rId7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98C53-5533-906D-9D7C-3DBE0FC68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077A6E4-4E3A-4279-0C57-8A414741C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30B370E-96E4-F900-9779-7AD0D3B2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586A710-BDF2-FA0F-D76A-765227B8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39E2F93-D40B-DD0B-D2C5-F70BD9D9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625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43A59-42EE-25BB-06B4-0A17B2C5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43C1C7-157B-FC6A-86C0-8F9DE25BF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4ECD111-54F6-B9D1-0E12-F671D8CA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A0C9E98-99A3-2E1E-9D02-A04F8570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221061-9BDA-64C4-5C59-D9239B53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95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C1555-4D61-47DF-62F4-7919E9FD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39CD6F5-38EB-7D76-267A-19EBF5518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8D37444-301B-8A0F-375F-7B91DE2D8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2085E0-1BB9-D62F-BE7C-9FD67D70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5737C9-FD1D-DF8B-017B-EA5B9DEA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710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F9B04-1056-164A-999C-D65F8156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7FD532-4834-877D-EBEC-9A714FF97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CEF8880-CC48-27DF-A159-50682F7D4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DFA3BB4-D2A4-03CB-D816-A6A3D865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E078CD-BFDC-0B32-396B-39BEA2D8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23A6129-E982-CAF6-3FAF-E115868C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624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F62BC-2A57-397B-7866-2AB71F17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B56880-2FEF-F8B9-1600-842E3592B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C3A1C2F-E347-5976-8612-1FCECCF99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4A88398-C667-49FE-21AA-E2D8E5865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4C1A1F2-2232-9544-A8EB-1FDDFC204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1F32130-D000-BE38-A9DB-1F6C1091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01A7986-6BC0-74BB-49C2-BC2E335D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6FAD416-27BB-9ED6-8FF8-E6B61A22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596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5DD9A-4395-0C60-0217-3867790C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4484445-3C16-AA70-4DB5-C7568905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23BF8E-862C-4DFC-34E2-0E6391B7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7AF438-AD63-FDC8-7B2B-5DC83E94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14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74DF4DA-DFB9-5836-54B1-BA60062E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EF4D15F-6C25-EF40-D262-BA6ADB95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F1BF6C6-C264-A24D-677D-932BDDAD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087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2056E-0816-BE06-8B93-316F4B29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F40A4-782C-4C85-D81A-023F79753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A757A9-EC4D-FD44-3720-D6596483E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9386BB2-1979-FDD8-F75A-B6AA9D22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6D6BEB3-0C5A-66ED-8C75-6230AFC3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A00534-DB0B-6800-3B80-A8EB329E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579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27926-9C2A-38AC-5DFF-28AED4EB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7DAF93A-B2AF-2058-4457-1828F83E2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0E3DBBC-6E09-5D33-B4E1-F9A590D8B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BC3F9AD-6E52-EDDB-2450-A0C159BC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6FF974D-BC83-7A40-A22F-0C912643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157FBD8-FD7B-2348-F251-3A2726DA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783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CA940-5039-3DD7-4BA2-446324BA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3D0F832-E2A5-27AB-138E-BBC430157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63C6D0-8461-3455-3A67-D4630AF0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F71062-F1A5-3060-B3EB-CEDE1209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CE21ECB-578D-C76B-B623-1549E6BC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841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880B6B9-407C-5991-AE65-3BC3675EF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2539B28-A51D-4CD1-7EEB-6AAD78DDC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4E00364-29CD-CEA8-A3F7-E38048F6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4193C94-D490-AEF6-4583-D934A82A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42E7A5-9B7C-2878-D02F-BDBEC113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86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95146A6-1FC2-7066-5FAA-A4B90665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9DBBD60-3D53-BC6A-C348-1711E1B75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DD7873-8D4B-2DA4-C98C-C032536E6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7F04B-441D-4390-AEF0-5FBAD2EE8AD0}" type="datetimeFigureOut">
              <a:rPr lang="nl-NL" smtClean="0"/>
              <a:t>28-3-2026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18DFCD-CE8D-D1E7-3AFC-A811C9074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903B53D-4F89-8A89-04EC-A7851C2F8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20737-6BA6-4A14-BC90-494FB007A3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721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B4751-7BB1-D7B5-B33F-F1A668EBE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Prime </a:t>
            </a:r>
            <a:r>
              <a:rPr lang="nl-NL" dirty="0" err="1"/>
              <a:t>numbers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F065BB1-DF6B-C870-A170-955BB1C3F3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15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_554">
            <a:extLst>
              <a:ext uri="{FF2B5EF4-FFF2-40B4-BE49-F238E27FC236}">
                <a16:creationId xmlns:a16="http://schemas.microsoft.com/office/drawing/2014/main" id="{7621C556-93E4-FFB7-92DF-F838858AB5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7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_555">
            <a:extLst>
              <a:ext uri="{FF2B5EF4-FFF2-40B4-BE49-F238E27FC236}">
                <a16:creationId xmlns:a16="http://schemas.microsoft.com/office/drawing/2014/main" id="{D46FAA27-CEFF-76DF-2E1E-A984EC93CF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750"/>
            <a:ext cx="1219200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0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_556">
            <a:extLst>
              <a:ext uri="{FF2B5EF4-FFF2-40B4-BE49-F238E27FC236}">
                <a16:creationId xmlns:a16="http://schemas.microsoft.com/office/drawing/2014/main" id="{0451BE3A-EBFD-F981-AFE3-81E15291DE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013"/>
            <a:ext cx="12192000" cy="640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80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_557">
            <a:extLst>
              <a:ext uri="{FF2B5EF4-FFF2-40B4-BE49-F238E27FC236}">
                <a16:creationId xmlns:a16="http://schemas.microsoft.com/office/drawing/2014/main" id="{5625291D-6D8F-DADA-5AC1-0CBC408E81D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0"/>
            <a:ext cx="11753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9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_558">
            <a:extLst>
              <a:ext uri="{FF2B5EF4-FFF2-40B4-BE49-F238E27FC236}">
                <a16:creationId xmlns:a16="http://schemas.microsoft.com/office/drawing/2014/main" id="{709F9136-2ED4-D349-CE6C-721F89725B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938"/>
            <a:ext cx="12192000" cy="658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0842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Breedbeeld</PresentationFormat>
  <Paragraphs>2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Prime numbers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2026-03-28T11:09:48Z</dcterms:created>
  <dcterms:modified xsi:type="dcterms:W3CDTF">2026-03-28T11:10:41Z</dcterms:modified>
</cp:coreProperties>
</file>
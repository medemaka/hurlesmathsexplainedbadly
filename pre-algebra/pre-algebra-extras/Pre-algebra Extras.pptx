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3" r:id="rId4"/>
    <p:sldId id="277" r:id="rId5"/>
    <p:sldId id="278" r:id="rId6"/>
    <p:sldId id="279" r:id="rId7"/>
    <p:sldId id="280" r:id="rId8"/>
    <p:sldId id="281" r:id="rId9"/>
    <p:sldId id="282" r:id="rId10"/>
    <p:sldId id="265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26-7-2026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2)">
            <a:extLst>
              <a:ext uri="{FF2B5EF4-FFF2-40B4-BE49-F238E27FC236}">
                <a16:creationId xmlns:a16="http://schemas.microsoft.com/office/drawing/2014/main" id="{32A3F792-4F47-63B3-99A7-4F48A1A9A3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86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9)">
            <a:extLst>
              <a:ext uri="{FF2B5EF4-FFF2-40B4-BE49-F238E27FC236}">
                <a16:creationId xmlns:a16="http://schemas.microsoft.com/office/drawing/2014/main" id="{812F66FB-28CB-01F9-77DD-D3BB2435FC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3)">
            <a:extLst>
              <a:ext uri="{FF2B5EF4-FFF2-40B4-BE49-F238E27FC236}">
                <a16:creationId xmlns:a16="http://schemas.microsoft.com/office/drawing/2014/main" id="{294CA899-75FF-0596-D17A-79307D65E1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4)">
            <a:extLst>
              <a:ext uri="{FF2B5EF4-FFF2-40B4-BE49-F238E27FC236}">
                <a16:creationId xmlns:a16="http://schemas.microsoft.com/office/drawing/2014/main" id="{191B43AC-415C-3162-BBA6-0E683F73E4C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0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5)">
            <a:extLst>
              <a:ext uri="{FF2B5EF4-FFF2-40B4-BE49-F238E27FC236}">
                <a16:creationId xmlns:a16="http://schemas.microsoft.com/office/drawing/2014/main" id="{D38877C5-7CA0-B2C0-01DD-681931186E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6)">
            <a:extLst>
              <a:ext uri="{FF2B5EF4-FFF2-40B4-BE49-F238E27FC236}">
                <a16:creationId xmlns:a16="http://schemas.microsoft.com/office/drawing/2014/main" id="{CA40BA5A-9BD8-5546-15CD-6E01897EB0F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2"/>
                </a:solidFill>
              </a:rPr>
              <a:t>{slash </a:t>
            </a:r>
            <a:r>
              <a:rPr lang="nl-NL" dirty="0" err="1">
                <a:solidFill>
                  <a:schemeClr val="accent2"/>
                </a:solidFill>
              </a:rPr>
              <a:t>preferred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because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the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division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sign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can</a:t>
            </a:r>
            <a:r>
              <a:rPr lang="nl-NL" dirty="0">
                <a:solidFill>
                  <a:schemeClr val="accent2"/>
                </a:solidFill>
              </a:rPr>
              <a:t> lead </a:t>
            </a:r>
            <a:r>
              <a:rPr lang="nl-NL" dirty="0" err="1">
                <a:solidFill>
                  <a:schemeClr val="accent2"/>
                </a:solidFill>
              </a:rPr>
              <a:t>to</a:t>
            </a:r>
            <a:r>
              <a:rPr lang="nl-NL" dirty="0">
                <a:solidFill>
                  <a:schemeClr val="accent2"/>
                </a:solidFill>
              </a:rPr>
              <a:t> BIDMAS </a:t>
            </a:r>
            <a:r>
              <a:rPr lang="nl-NL" dirty="0" err="1">
                <a:solidFill>
                  <a:schemeClr val="accent2"/>
                </a:solidFill>
              </a:rPr>
              <a:t>problems</a:t>
            </a:r>
            <a:r>
              <a:rPr lang="nl-NL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7)">
            <a:extLst>
              <a:ext uri="{FF2B5EF4-FFF2-40B4-BE49-F238E27FC236}">
                <a16:creationId xmlns:a16="http://schemas.microsoft.com/office/drawing/2014/main" id="{2F230D0A-BE88-5B6C-938A-6A63D7DA09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0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8)">
            <a:extLst>
              <a:ext uri="{FF2B5EF4-FFF2-40B4-BE49-F238E27FC236}">
                <a16:creationId xmlns:a16="http://schemas.microsoft.com/office/drawing/2014/main" id="{F62733A9-3318-9EC0-FE60-2091CDE3200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45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5EFF88D9-09FD-7AE0-D500-19C79352AE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390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7702C008-A8F5-0F1C-6F3E-34708C45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7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4B030D8C-6956-BD93-EBF7-F658DD6CD1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38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A822948D-D847-90E5-04C9-0B50276F01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F8A104EF-CC06-8CC2-A50F-A90261EA2E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69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DA47AA0F-7964-23D6-DEE5-AC234156FD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79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DD765006-D8B1-E13A-9E94-92F540BE115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2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6A7DF459-CD6E-7294-67A7-E6BB49EBCE1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16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0)">
            <a:extLst>
              <a:ext uri="{FF2B5EF4-FFF2-40B4-BE49-F238E27FC236}">
                <a16:creationId xmlns:a16="http://schemas.microsoft.com/office/drawing/2014/main" id="{445A90E7-11F6-8DEE-2F12-E6CD43D35F3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60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1)">
            <a:extLst>
              <a:ext uri="{FF2B5EF4-FFF2-40B4-BE49-F238E27FC236}">
                <a16:creationId xmlns:a16="http://schemas.microsoft.com/office/drawing/2014/main" id="{EA0B6296-1C4F-3C49-02D2-F3E84D68E98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65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2)">
            <a:extLst>
              <a:ext uri="{FF2B5EF4-FFF2-40B4-BE49-F238E27FC236}">
                <a16:creationId xmlns:a16="http://schemas.microsoft.com/office/drawing/2014/main" id="{610BAD20-1878-9BBF-C43A-2B12F85273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697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4)">
            <a:extLst>
              <a:ext uri="{FF2B5EF4-FFF2-40B4-BE49-F238E27FC236}">
                <a16:creationId xmlns:a16="http://schemas.microsoft.com/office/drawing/2014/main" id="{E2BB7E1A-7CA2-CD86-B056-488DF8D3B7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59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5)">
            <a:extLst>
              <a:ext uri="{FF2B5EF4-FFF2-40B4-BE49-F238E27FC236}">
                <a16:creationId xmlns:a16="http://schemas.microsoft.com/office/drawing/2014/main" id="{3967BDA3-54BC-5067-765E-A37471EE75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6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7)">
            <a:extLst>
              <a:ext uri="{FF2B5EF4-FFF2-40B4-BE49-F238E27FC236}">
                <a16:creationId xmlns:a16="http://schemas.microsoft.com/office/drawing/2014/main" id="{18F9FCE0-56EC-66BB-6113-7BDB0776102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64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8)">
            <a:extLst>
              <a:ext uri="{FF2B5EF4-FFF2-40B4-BE49-F238E27FC236}">
                <a16:creationId xmlns:a16="http://schemas.microsoft.com/office/drawing/2014/main" id="{04A8CD37-78A2-030F-0E3C-75414C721B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404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9)">
            <a:extLst>
              <a:ext uri="{FF2B5EF4-FFF2-40B4-BE49-F238E27FC236}">
                <a16:creationId xmlns:a16="http://schemas.microsoft.com/office/drawing/2014/main" id="{E1509596-D3BD-C9B8-EF2C-CA3828B4101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67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0)">
            <a:extLst>
              <a:ext uri="{FF2B5EF4-FFF2-40B4-BE49-F238E27FC236}">
                <a16:creationId xmlns:a16="http://schemas.microsoft.com/office/drawing/2014/main" id="{322FB1C9-F68D-2550-36B2-2E053B69141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1)">
            <a:extLst>
              <a:ext uri="{FF2B5EF4-FFF2-40B4-BE49-F238E27FC236}">
                <a16:creationId xmlns:a16="http://schemas.microsoft.com/office/drawing/2014/main" id="{416C62A1-143B-DB31-7C64-21A9FE80A6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5002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80</Words>
  <Application>Microsoft Office PowerPoint</Application>
  <PresentationFormat>Breedbeeld</PresentationFormat>
  <Paragraphs>5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10</cp:revision>
  <dcterms:created xsi:type="dcterms:W3CDTF">2026-07-20T09:50:12Z</dcterms:created>
  <dcterms:modified xsi:type="dcterms:W3CDTF">2026-07-26T12:45:01Z</dcterms:modified>
</cp:coreProperties>
</file>
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0)">
            <a:extLst>
              <a:ext uri="{FF2B5EF4-FFF2-40B4-BE49-F238E27FC236}">
                <a16:creationId xmlns:a16="http://schemas.microsoft.com/office/drawing/2014/main" id="{B76C4699-D10B-21B2-6892-8D57CAD3B29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02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1)">
            <a:extLst>
              <a:ext uri="{FF2B5EF4-FFF2-40B4-BE49-F238E27FC236}">
                <a16:creationId xmlns:a16="http://schemas.microsoft.com/office/drawing/2014/main" id="{3703995D-98EC-B1C5-47BD-5F06F2C312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060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3)">
            <a:extLst>
              <a:ext uri="{FF2B5EF4-FFF2-40B4-BE49-F238E27FC236}">
                <a16:creationId xmlns:a16="http://schemas.microsoft.com/office/drawing/2014/main" id="{32AEFC23-76CC-327D-C09A-86F2E0F3546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0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4)">
            <a:extLst>
              <a:ext uri="{FF2B5EF4-FFF2-40B4-BE49-F238E27FC236}">
                <a16:creationId xmlns:a16="http://schemas.microsoft.com/office/drawing/2014/main" id="{F545FFFC-DB36-FB14-97A6-64C41F2B1F6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E309D679-3763-A563-1EFD-BB3BE9629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067" y="4169230"/>
            <a:ext cx="5376477" cy="154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99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6)">
            <a:extLst>
              <a:ext uri="{FF2B5EF4-FFF2-40B4-BE49-F238E27FC236}">
                <a16:creationId xmlns:a16="http://schemas.microsoft.com/office/drawing/2014/main" id="{2B961AB3-6412-66BA-0D69-D64123C910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027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7)">
            <a:extLst>
              <a:ext uri="{FF2B5EF4-FFF2-40B4-BE49-F238E27FC236}">
                <a16:creationId xmlns:a16="http://schemas.microsoft.com/office/drawing/2014/main" id="{9CBEEBEA-7D99-0E9D-9CF9-9220D9E36F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652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8)">
            <a:extLst>
              <a:ext uri="{FF2B5EF4-FFF2-40B4-BE49-F238E27FC236}">
                <a16:creationId xmlns:a16="http://schemas.microsoft.com/office/drawing/2014/main" id="{FA81270F-3105-9A3A-0CED-EBF6CEAA2DE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06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9)">
            <a:extLst>
              <a:ext uri="{FF2B5EF4-FFF2-40B4-BE49-F238E27FC236}">
                <a16:creationId xmlns:a16="http://schemas.microsoft.com/office/drawing/2014/main" id="{CDDDCA49-4F33-6FBA-33D4-A0751D276FB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607786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28</Words>
  <Application>Microsoft Office PowerPoint</Application>
  <PresentationFormat>Breedbeeld</PresentationFormat>
  <Paragraphs>2</Paragraphs>
  <Slides>9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5</cp:revision>
  <dcterms:created xsi:type="dcterms:W3CDTF">2026-07-20T09:50:12Z</dcterms:created>
  <dcterms:modified xsi:type="dcterms:W3CDTF">2026-07-20T16:39:42Z</dcterms:modified>
</cp:coreProperties>
</file>
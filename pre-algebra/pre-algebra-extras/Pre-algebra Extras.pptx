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76" r:id="rId3"/>
    <p:sldId id="283" r:id="rId4"/>
    <p:sldId id="277" r:id="rId5"/>
    <p:sldId id="278" r:id="rId6"/>
    <p:sldId id="279" r:id="rId7"/>
    <p:sldId id="280" r:id="rId8"/>
    <p:sldId id="281" r:id="rId9"/>
    <p:sldId id="282" r:id="rId10"/>
    <p:sldId id="265" r:id="rId11"/>
    <p:sldId id="284" r:id="rId12"/>
    <p:sldId id="285" r:id="rId13"/>
    <p:sldId id="286" r:id="rId14"/>
    <p:sldId id="287" r:id="rId15"/>
    <p:sldId id="288" r:id="rId16"/>
    <p:sldId id="289" r:id="rId17"/>
    <p:sldId id="290" r:id="rId18"/>
    <p:sldId id="266" r:id="rId19"/>
    <p:sldId id="267" r:id="rId20"/>
    <p:sldId id="268" r:id="rId21"/>
    <p:sldId id="269" r:id="rId22"/>
    <p:sldId id="270" r:id="rId23"/>
    <p:sldId id="271" r:id="rId24"/>
    <p:sldId id="272" r:id="rId25"/>
    <p:sldId id="273" r:id="rId26"/>
    <p:sldId id="274" r:id="rId27"/>
    <p:sldId id="275" r:id="rId28"/>
  </p:sldIdLst>
  <p:sldSz cx="12192000" cy="6858000"/>
  <p:notesSz cx="6858000" cy="9144000"/>
  <p:photoAlbum/>
  <p:defaultTextStyle>
    <a:defPPr>
      <a:defRPr lang="nl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59" d="100"/>
          <a:sy n="59" d="100"/>
        </p:scale>
        <p:origin x="940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23FB0A6-9ECB-1E63-8F13-4E1440A8E8C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244A0AF9-F268-FE43-D517-8C2C768F503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nl-NL"/>
              <a:t>Klikken om de ondertitelstijl van het model te bewerken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1F3D484C-841B-696D-55A8-A5CFD7DCD9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F5C99-693A-4581-8CAA-D9013D995DA3}" type="datetimeFigureOut">
              <a:rPr lang="nl-NL" smtClean="0"/>
              <a:t>29-7-2026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49EE9C94-2B3B-690C-48FB-E9168F9EC2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52F80E23-D326-83AA-3759-F8301BF76E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0C0A1-79A9-42B8-9C24-DD3941D27E9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30344854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CE47ACB-45F7-D3AA-BE7A-82418704E2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6D60FB06-29EA-B096-DDF0-1E66AA96F1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CBC3B0CA-0968-9554-8224-2C77B67A92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F5C99-693A-4581-8CAA-D9013D995DA3}" type="datetimeFigureOut">
              <a:rPr lang="nl-NL" smtClean="0"/>
              <a:t>29-7-2026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85DA20E1-1013-D763-5508-118E8AB1A9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B342AC0E-A829-5EF1-3801-A5E4E126C2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0C0A1-79A9-42B8-9C24-DD3941D27E9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2831969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ek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08B9855-671C-F4F4-F80C-F327E1EC34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C942ACE1-0752-71CD-8F72-A32BD96298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185A77EA-BB62-51FB-3181-3414E6E34D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F5C99-693A-4581-8CAA-D9013D995DA3}" type="datetimeFigureOut">
              <a:rPr lang="nl-NL" smtClean="0"/>
              <a:t>29-7-2026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37AC2350-6C96-6215-CCE3-3D31580E19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80A216D3-32DD-9D0D-9F7D-7D65695D07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0C0A1-79A9-42B8-9C24-DD3941D27E9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1107323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nhoud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BB48323-3B7F-3B69-9761-C196F4FC7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263F4B96-47F4-CF46-4295-E5DD1FF1E3F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62972D9C-3BC1-97BC-E605-AEF83059EFA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D66758D2-A629-9A71-C730-AEED474B6D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F5C99-693A-4581-8CAA-D9013D995DA3}" type="datetimeFigureOut">
              <a:rPr lang="nl-NL" smtClean="0"/>
              <a:t>29-7-2026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11E2FE07-4BAA-3B81-3699-55A966DC53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8DE32D23-5C40-3F4E-0D89-6B0F7027E3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0C0A1-79A9-42B8-9C24-DD3941D27E9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2746066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elijk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4E1D466-BFBE-5EC0-F150-329ED6BFF2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50D9817C-1CE4-2DF5-5A03-18616726C9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6C140C0C-91B5-9FA1-8AA7-AB9B317B77D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5" name="Tijdelijke aanduiding voor tekst 4">
            <a:extLst>
              <a:ext uri="{FF2B5EF4-FFF2-40B4-BE49-F238E27FC236}">
                <a16:creationId xmlns:a16="http://schemas.microsoft.com/office/drawing/2014/main" id="{585D8FCA-C6DA-7849-45B9-8DF4C197B8D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6" name="Tijdelijke aanduiding voor inhoud 5">
            <a:extLst>
              <a:ext uri="{FF2B5EF4-FFF2-40B4-BE49-F238E27FC236}">
                <a16:creationId xmlns:a16="http://schemas.microsoft.com/office/drawing/2014/main" id="{96BDD12A-75F9-4BF3-9EE0-04A7E0C6544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7" name="Tijdelijke aanduiding voor datum 6">
            <a:extLst>
              <a:ext uri="{FF2B5EF4-FFF2-40B4-BE49-F238E27FC236}">
                <a16:creationId xmlns:a16="http://schemas.microsoft.com/office/drawing/2014/main" id="{1813CA24-6B66-DE52-29C4-63C5B2E722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F5C99-693A-4581-8CAA-D9013D995DA3}" type="datetimeFigureOut">
              <a:rPr lang="nl-NL" smtClean="0"/>
              <a:t>29-7-2026</a:t>
            </a:fld>
            <a:endParaRPr lang="nl-NL"/>
          </a:p>
        </p:txBody>
      </p:sp>
      <p:sp>
        <p:nvSpPr>
          <p:cNvPr id="8" name="Tijdelijke aanduiding voor voettekst 7">
            <a:extLst>
              <a:ext uri="{FF2B5EF4-FFF2-40B4-BE49-F238E27FC236}">
                <a16:creationId xmlns:a16="http://schemas.microsoft.com/office/drawing/2014/main" id="{3554582C-18D9-E873-645A-417A3D3BE9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9" name="Tijdelijke aanduiding voor dianummer 8">
            <a:extLst>
              <a:ext uri="{FF2B5EF4-FFF2-40B4-BE49-F238E27FC236}">
                <a16:creationId xmlns:a16="http://schemas.microsoft.com/office/drawing/2014/main" id="{2AA82B5D-C4CC-A12D-71F4-EF271D9831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0C0A1-79A9-42B8-9C24-DD3941D27E9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1175264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B1C9109-083A-F7F9-AE5C-0921822B2D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datum 2">
            <a:extLst>
              <a:ext uri="{FF2B5EF4-FFF2-40B4-BE49-F238E27FC236}">
                <a16:creationId xmlns:a16="http://schemas.microsoft.com/office/drawing/2014/main" id="{65A39651-B9AD-6683-532E-C779E68168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F5C99-693A-4581-8CAA-D9013D995DA3}" type="datetimeFigureOut">
              <a:rPr lang="nl-NL" smtClean="0"/>
              <a:t>29-7-2026</a:t>
            </a:fld>
            <a:endParaRPr lang="nl-NL"/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4D6EA108-B16F-3752-FB27-73772DFA9A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F047C102-CF99-431F-0C23-7E8AE638EB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0C0A1-79A9-42B8-9C24-DD3941D27E9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7268280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atum 1">
            <a:extLst>
              <a:ext uri="{FF2B5EF4-FFF2-40B4-BE49-F238E27FC236}">
                <a16:creationId xmlns:a16="http://schemas.microsoft.com/office/drawing/2014/main" id="{67E62C93-2496-BA37-6025-953D050207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F5C99-693A-4581-8CAA-D9013D995DA3}" type="datetimeFigureOut">
              <a:rPr lang="nl-NL" smtClean="0"/>
              <a:t>29-7-2026</a:t>
            </a:fld>
            <a:endParaRPr lang="nl-NL"/>
          </a:p>
        </p:txBody>
      </p:sp>
      <p:sp>
        <p:nvSpPr>
          <p:cNvPr id="3" name="Tijdelijke aanduiding voor voettekst 2">
            <a:extLst>
              <a:ext uri="{FF2B5EF4-FFF2-40B4-BE49-F238E27FC236}">
                <a16:creationId xmlns:a16="http://schemas.microsoft.com/office/drawing/2014/main" id="{15417DDB-19A2-2840-B54B-55FEF077FC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9E79A1E9-E3B7-33D4-B867-522B8E6F14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0C0A1-79A9-42B8-9C24-DD3941D27E9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74518825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oud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E1B3FF6-1A5B-52F9-0437-DA453AE629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EB6B171A-69FA-57EB-4E3B-BAA4906DDE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878835B9-9297-9ED6-3247-E75D800212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ED49151E-39C7-DC80-F983-209320DF71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F5C99-693A-4581-8CAA-D9013D995DA3}" type="datetimeFigureOut">
              <a:rPr lang="nl-NL" smtClean="0"/>
              <a:t>29-7-2026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0A15DE90-3D52-1D59-C0EC-BB7D18A4CF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2FC27E7B-327F-45F0-3EFD-7CCF71AE9E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0C0A1-79A9-42B8-9C24-DD3941D27E9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4331611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Afbeelding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0EC5BC6-C1DF-49CB-F9FA-DDF589B440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afbeelding 2">
            <a:extLst>
              <a:ext uri="{FF2B5EF4-FFF2-40B4-BE49-F238E27FC236}">
                <a16:creationId xmlns:a16="http://schemas.microsoft.com/office/drawing/2014/main" id="{5960CE91-7DEB-AF94-5E95-6338447D16A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nl-NL"/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B7A07ED9-7CF9-5C44-1A4A-0C056A52222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3362BC73-5D70-6BB2-F35E-4A676F7C89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F5C99-693A-4581-8CAA-D9013D995DA3}" type="datetimeFigureOut">
              <a:rPr lang="nl-NL" smtClean="0"/>
              <a:t>29-7-2026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2A721649-88E2-5CF4-E09D-73FA37DC71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37CA0139-95F4-EEFA-5747-147B14B5C7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0C0A1-79A9-42B8-9C24-DD3941D27E9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204947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en verticale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316B400-EA48-5D3F-3F81-798C9F2BC0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91B8C025-4499-5D15-0B75-4397922A0DE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C9AF6358-A3AB-649F-8D07-2B33165875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F5C99-693A-4581-8CAA-D9013D995DA3}" type="datetimeFigureOut">
              <a:rPr lang="nl-NL" smtClean="0"/>
              <a:t>29-7-2026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CD5C7087-D2A3-D5C8-79ED-F126A9EEC0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A4747A86-1847-385F-72F3-78C93C424C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0C0A1-79A9-42B8-9C24-DD3941D27E9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23453602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e titel en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e titel 1">
            <a:extLst>
              <a:ext uri="{FF2B5EF4-FFF2-40B4-BE49-F238E27FC236}">
                <a16:creationId xmlns:a16="http://schemas.microsoft.com/office/drawing/2014/main" id="{762C99B0-47CE-66E6-E205-7B03F869225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AFF3E296-0338-2013-7B29-0D384266E79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44B22A64-5124-5F99-E7DA-FF14FFF00F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F5C99-693A-4581-8CAA-D9013D995DA3}" type="datetimeFigureOut">
              <a:rPr lang="nl-NL" smtClean="0"/>
              <a:t>29-7-2026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71796C80-B9A4-12F6-C7ED-5397735F2F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A4951856-12EF-A9AE-237F-F7E684A2DD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0C0A1-79A9-42B8-9C24-DD3941D27E9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2929345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itel 1">
            <a:extLst>
              <a:ext uri="{FF2B5EF4-FFF2-40B4-BE49-F238E27FC236}">
                <a16:creationId xmlns:a16="http://schemas.microsoft.com/office/drawing/2014/main" id="{5C2546DD-3B5C-158D-2980-BF983E1C48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4A358F19-602E-B898-5727-53E8D350FF6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BEBB8B2B-CF1C-EA7C-46BD-2D2AEFBA67F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F2F5C99-693A-4581-8CAA-D9013D995DA3}" type="datetimeFigureOut">
              <a:rPr lang="nl-NL" smtClean="0"/>
              <a:t>29-7-2026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9BA07384-DE2E-1082-7685-0DB1077548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68692D62-B485-DC55-05C7-C1F4AB2EF5A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7D0C0A1-79A9-42B8-9C24-DD3941D27E9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170232575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9D54D2C-91C1-F104-FDD4-D4F7005CA91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nl-NL" dirty="0"/>
              <a:t>Pre-Algebra </a:t>
            </a:r>
            <a:r>
              <a:rPr lang="nl-NL" dirty="0" err="1"/>
              <a:t>Extras</a:t>
            </a:r>
            <a:r>
              <a:rPr lang="nl-NL" dirty="0"/>
              <a:t> </a:t>
            </a:r>
            <a:r>
              <a:rPr lang="nl-NL" sz="2400" dirty="0">
                <a:solidFill>
                  <a:srgbClr val="FF0000"/>
                </a:solidFill>
              </a:rPr>
              <a:t>[hot mess of </a:t>
            </a:r>
            <a:r>
              <a:rPr lang="nl-NL" sz="2400" dirty="0" err="1">
                <a:solidFill>
                  <a:srgbClr val="FF0000"/>
                </a:solidFill>
              </a:rPr>
              <a:t>everything</a:t>
            </a:r>
            <a:r>
              <a:rPr lang="nl-NL" sz="2400" dirty="0">
                <a:solidFill>
                  <a:srgbClr val="FF0000"/>
                </a:solidFill>
              </a:rPr>
              <a:t> </a:t>
            </a:r>
            <a:r>
              <a:rPr lang="nl-NL" sz="2400" dirty="0" err="1">
                <a:solidFill>
                  <a:srgbClr val="FF0000"/>
                </a:solidFill>
              </a:rPr>
              <a:t>that</a:t>
            </a:r>
            <a:r>
              <a:rPr lang="nl-NL" sz="2400" dirty="0">
                <a:solidFill>
                  <a:srgbClr val="FF0000"/>
                </a:solidFill>
              </a:rPr>
              <a:t> </a:t>
            </a:r>
            <a:r>
              <a:rPr lang="nl-NL" sz="2400" dirty="0" err="1">
                <a:solidFill>
                  <a:srgbClr val="FF0000"/>
                </a:solidFill>
              </a:rPr>
              <a:t>isnt</a:t>
            </a:r>
            <a:r>
              <a:rPr lang="nl-NL" sz="2400" dirty="0">
                <a:solidFill>
                  <a:srgbClr val="FF0000"/>
                </a:solidFill>
              </a:rPr>
              <a:t> </a:t>
            </a:r>
            <a:r>
              <a:rPr lang="nl-NL" sz="2400" dirty="0" err="1">
                <a:solidFill>
                  <a:srgbClr val="FF0000"/>
                </a:solidFill>
              </a:rPr>
              <a:t>covered</a:t>
            </a:r>
            <a:r>
              <a:rPr lang="nl-NL" sz="2400" dirty="0">
                <a:solidFill>
                  <a:srgbClr val="FF0000"/>
                </a:solidFill>
              </a:rPr>
              <a:t> </a:t>
            </a:r>
            <a:r>
              <a:rPr lang="nl-NL" sz="2400" dirty="0" err="1">
                <a:solidFill>
                  <a:srgbClr val="FF0000"/>
                </a:solidFill>
              </a:rPr>
              <a:t>by</a:t>
            </a:r>
            <a:r>
              <a:rPr lang="nl-NL" sz="2400" dirty="0">
                <a:solidFill>
                  <a:srgbClr val="FF0000"/>
                </a:solidFill>
              </a:rPr>
              <a:t> </a:t>
            </a:r>
            <a:r>
              <a:rPr lang="nl-NL" sz="2400" dirty="0" err="1">
                <a:solidFill>
                  <a:srgbClr val="FF0000"/>
                </a:solidFill>
              </a:rPr>
              <a:t>the</a:t>
            </a:r>
            <a:r>
              <a:rPr lang="nl-NL" sz="2400" dirty="0">
                <a:solidFill>
                  <a:srgbClr val="FF0000"/>
                </a:solidFill>
              </a:rPr>
              <a:t> </a:t>
            </a:r>
            <a:r>
              <a:rPr lang="nl-NL" sz="2400" dirty="0" err="1">
                <a:solidFill>
                  <a:srgbClr val="FF0000"/>
                </a:solidFill>
              </a:rPr>
              <a:t>other</a:t>
            </a:r>
            <a:r>
              <a:rPr lang="nl-NL" sz="2400" dirty="0">
                <a:solidFill>
                  <a:srgbClr val="FF0000"/>
                </a:solidFill>
              </a:rPr>
              <a:t> slides – </a:t>
            </a:r>
            <a:r>
              <a:rPr lang="nl-NL" sz="2400" dirty="0" err="1">
                <a:solidFill>
                  <a:srgbClr val="FF0000"/>
                </a:solidFill>
              </a:rPr>
              <a:t>still</a:t>
            </a:r>
            <a:r>
              <a:rPr lang="nl-NL" sz="2400" dirty="0">
                <a:solidFill>
                  <a:srgbClr val="FF0000"/>
                </a:solidFill>
              </a:rPr>
              <a:t> </a:t>
            </a:r>
            <a:r>
              <a:rPr lang="nl-NL" sz="2400" dirty="0" err="1">
                <a:solidFill>
                  <a:srgbClr val="FF0000"/>
                </a:solidFill>
              </a:rPr>
              <a:t>extremely</a:t>
            </a:r>
            <a:r>
              <a:rPr lang="nl-NL" sz="2400" dirty="0">
                <a:solidFill>
                  <a:srgbClr val="FF0000"/>
                </a:solidFill>
              </a:rPr>
              <a:t> </a:t>
            </a:r>
            <a:r>
              <a:rPr lang="nl-NL" sz="2400" dirty="0" err="1">
                <a:solidFill>
                  <a:srgbClr val="FF0000"/>
                </a:solidFill>
              </a:rPr>
              <a:t>useful</a:t>
            </a:r>
            <a:r>
              <a:rPr lang="nl-NL" sz="2400" dirty="0">
                <a:solidFill>
                  <a:srgbClr val="FF0000"/>
                </a:solidFill>
              </a:rPr>
              <a:t>; </a:t>
            </a:r>
            <a:r>
              <a:rPr lang="nl-NL" sz="2400" dirty="0" err="1">
                <a:solidFill>
                  <a:srgbClr val="FF0000"/>
                </a:solidFill>
              </a:rPr>
              <a:t>can</a:t>
            </a:r>
            <a:r>
              <a:rPr lang="nl-NL" sz="2400" dirty="0">
                <a:solidFill>
                  <a:srgbClr val="FF0000"/>
                </a:solidFill>
              </a:rPr>
              <a:t> </a:t>
            </a:r>
            <a:r>
              <a:rPr lang="nl-NL" sz="2400" dirty="0" err="1">
                <a:solidFill>
                  <a:srgbClr val="FF0000"/>
                </a:solidFill>
              </a:rPr>
              <a:t>be</a:t>
            </a:r>
            <a:r>
              <a:rPr lang="nl-NL" sz="2400" dirty="0">
                <a:solidFill>
                  <a:srgbClr val="FF0000"/>
                </a:solidFill>
              </a:rPr>
              <a:t> </a:t>
            </a:r>
            <a:r>
              <a:rPr lang="nl-NL" sz="2400" dirty="0" err="1">
                <a:solidFill>
                  <a:srgbClr val="FF0000"/>
                </a:solidFill>
              </a:rPr>
              <a:t>updated</a:t>
            </a:r>
            <a:r>
              <a:rPr lang="nl-NL" sz="2400" dirty="0">
                <a:solidFill>
                  <a:srgbClr val="FF0000"/>
                </a:solidFill>
              </a:rPr>
              <a:t> </a:t>
            </a:r>
            <a:r>
              <a:rPr lang="nl-NL" sz="2400" dirty="0" err="1">
                <a:solidFill>
                  <a:srgbClr val="FF0000"/>
                </a:solidFill>
              </a:rPr>
              <a:t>randomly</a:t>
            </a:r>
            <a:r>
              <a:rPr lang="nl-NL" sz="2400" dirty="0">
                <a:solidFill>
                  <a:srgbClr val="FF0000"/>
                </a:solidFill>
              </a:rPr>
              <a:t> </a:t>
            </a:r>
            <a:r>
              <a:rPr lang="nl-NL" sz="2400" dirty="0" err="1">
                <a:solidFill>
                  <a:srgbClr val="FF0000"/>
                </a:solidFill>
              </a:rPr>
              <a:t>and</a:t>
            </a:r>
            <a:r>
              <a:rPr lang="nl-NL" sz="2400" dirty="0">
                <a:solidFill>
                  <a:srgbClr val="FF0000"/>
                </a:solidFill>
              </a:rPr>
              <a:t> </a:t>
            </a:r>
            <a:r>
              <a:rPr lang="nl-NL" sz="2400" dirty="0" err="1">
                <a:solidFill>
                  <a:srgbClr val="FF0000"/>
                </a:solidFill>
              </a:rPr>
              <a:t>regularly</a:t>
            </a:r>
            <a:r>
              <a:rPr lang="nl-NL" sz="2400" dirty="0">
                <a:solidFill>
                  <a:srgbClr val="FF0000"/>
                </a:solidFill>
              </a:rPr>
              <a:t>]</a:t>
            </a:r>
            <a:endParaRPr lang="nl-NL" dirty="0">
              <a:solidFill>
                <a:srgbClr val="FF0000"/>
              </a:solidFill>
            </a:endParaRPr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CFD0FE98-50FB-C009-AA7A-AC03DD53DAA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nl-NL" dirty="0" err="1"/>
              <a:t>By</a:t>
            </a:r>
            <a:r>
              <a:rPr lang="nl-NL" dirty="0"/>
              <a:t> </a:t>
            </a:r>
            <a:r>
              <a:rPr lang="nl-NL" dirty="0" err="1"/>
              <a:t>Hurles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82009158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1002)">
            <a:extLst>
              <a:ext uri="{FF2B5EF4-FFF2-40B4-BE49-F238E27FC236}">
                <a16:creationId xmlns:a16="http://schemas.microsoft.com/office/drawing/2014/main" id="{32A3F792-4F47-63B3-99A7-4F48A1A9A3A7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108200"/>
            <a:ext cx="12192000" cy="26400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78867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1009)">
            <a:extLst>
              <a:ext uri="{FF2B5EF4-FFF2-40B4-BE49-F238E27FC236}">
                <a16:creationId xmlns:a16="http://schemas.microsoft.com/office/drawing/2014/main" id="{812F66FB-28CB-01F9-77DD-D3BB2435FC0B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462088"/>
            <a:ext cx="12192000" cy="3932237"/>
          </a:xfrm>
          <a:prstGeom prst="rect">
            <a:avLst/>
          </a:prstGeom>
        </p:spPr>
      </p:pic>
      <p:sp>
        <p:nvSpPr>
          <p:cNvPr id="2" name="Tekstvak 1">
            <a:extLst>
              <a:ext uri="{FF2B5EF4-FFF2-40B4-BE49-F238E27FC236}">
                <a16:creationId xmlns:a16="http://schemas.microsoft.com/office/drawing/2014/main" id="{C9B209D7-EE47-AA7F-AED7-F91DDD26977D}"/>
              </a:ext>
            </a:extLst>
          </p:cNvPr>
          <p:cNvSpPr txBox="1"/>
          <p:nvPr/>
        </p:nvSpPr>
        <p:spPr>
          <a:xfrm>
            <a:off x="0" y="5225143"/>
            <a:ext cx="12191999" cy="707886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nl-NL" sz="2000" b="1" dirty="0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 </a:t>
            </a:r>
            <a:r>
              <a:rPr lang="nl-NL" sz="2000" b="1" dirty="0">
                <a:solidFill>
                  <a:schemeClr val="bg2">
                    <a:lumMod val="50000"/>
                    <a:lumOff val="50000"/>
                  </a:schemeClr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Even </a:t>
            </a:r>
            <a:r>
              <a:rPr lang="nl-NL" sz="2000" b="1" dirty="0" err="1">
                <a:solidFill>
                  <a:schemeClr val="bg2">
                    <a:lumMod val="50000"/>
                    <a:lumOff val="50000"/>
                  </a:schemeClr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number</a:t>
            </a:r>
            <a:r>
              <a:rPr lang="nl-NL" sz="2000" b="1" dirty="0">
                <a:solidFill>
                  <a:schemeClr val="bg2">
                    <a:lumMod val="50000"/>
                    <a:lumOff val="50000"/>
                  </a:schemeClr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 </a:t>
            </a:r>
            <a:r>
              <a:rPr lang="nl-NL" sz="2000" b="1" dirty="0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=</a:t>
            </a:r>
            <a:r>
              <a:rPr lang="nl-NL" sz="2000" dirty="0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 integers </a:t>
            </a:r>
            <a:r>
              <a:rPr lang="nl-NL" sz="2000" dirty="0" err="1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divisible</a:t>
            </a:r>
            <a:r>
              <a:rPr lang="nl-NL" sz="2000" dirty="0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 </a:t>
            </a:r>
            <a:r>
              <a:rPr lang="nl-NL" sz="2000" dirty="0" err="1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by</a:t>
            </a:r>
            <a:r>
              <a:rPr lang="nl-NL" sz="2000" dirty="0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 2 (</a:t>
            </a:r>
            <a:r>
              <a:rPr lang="nl-NL" sz="2000" dirty="0" err="1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so</a:t>
            </a:r>
            <a:r>
              <a:rPr lang="nl-NL" sz="2000" dirty="0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 0, 2, 4 </a:t>
            </a:r>
            <a:r>
              <a:rPr lang="nl-NL" sz="2000" dirty="0" err="1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etc</a:t>
            </a:r>
            <a:r>
              <a:rPr lang="nl-NL" sz="2000" dirty="0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 but </a:t>
            </a:r>
            <a:r>
              <a:rPr lang="nl-NL" sz="2000" dirty="0" err="1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also</a:t>
            </a:r>
            <a:r>
              <a:rPr lang="nl-NL" sz="2000" dirty="0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 -2, -4, -6 </a:t>
            </a:r>
            <a:r>
              <a:rPr lang="nl-NL" sz="2000" dirty="0" err="1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etc</a:t>
            </a:r>
            <a:r>
              <a:rPr lang="nl-NL" sz="2000" dirty="0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)</a:t>
            </a:r>
            <a:br>
              <a:rPr lang="nl-NL" sz="2000" b="1" dirty="0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</a:br>
            <a:r>
              <a:rPr lang="nl-NL" sz="2000" b="1" dirty="0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 </a:t>
            </a:r>
            <a:r>
              <a:rPr lang="nl-NL" sz="2000" b="1" dirty="0" err="1">
                <a:solidFill>
                  <a:srgbClr val="92D050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Odd</a:t>
            </a:r>
            <a:r>
              <a:rPr lang="nl-NL" sz="2000" b="1" dirty="0">
                <a:solidFill>
                  <a:srgbClr val="92D050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 </a:t>
            </a:r>
            <a:r>
              <a:rPr lang="nl-NL" sz="2000" b="1" dirty="0" err="1">
                <a:solidFill>
                  <a:srgbClr val="92D050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number</a:t>
            </a:r>
            <a:r>
              <a:rPr lang="nl-NL" sz="2000" b="1" dirty="0">
                <a:solidFill>
                  <a:srgbClr val="92D050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 </a:t>
            </a:r>
            <a:r>
              <a:rPr lang="nl-NL" sz="2000" b="1" dirty="0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= integers </a:t>
            </a:r>
            <a:r>
              <a:rPr lang="nl-NL" sz="2000" b="1" dirty="0" err="1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that</a:t>
            </a:r>
            <a:r>
              <a:rPr lang="nl-NL" sz="2000" b="1" dirty="0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 are </a:t>
            </a:r>
            <a:r>
              <a:rPr lang="nl-NL" sz="2000" b="1" dirty="0" err="1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not</a:t>
            </a:r>
            <a:r>
              <a:rPr lang="nl-NL" sz="2000" b="1" dirty="0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 </a:t>
            </a:r>
            <a:r>
              <a:rPr lang="nl-NL" sz="2000" b="1" dirty="0" err="1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divisible</a:t>
            </a:r>
            <a:r>
              <a:rPr lang="nl-NL" sz="2000" b="1" dirty="0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 </a:t>
            </a:r>
            <a:r>
              <a:rPr lang="nl-NL" sz="2000" b="1" dirty="0" err="1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by</a:t>
            </a:r>
            <a:r>
              <a:rPr lang="nl-NL" sz="2000" b="1" dirty="0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 2 (</a:t>
            </a:r>
            <a:r>
              <a:rPr lang="nl-NL" sz="2000" b="1" dirty="0" err="1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so</a:t>
            </a:r>
            <a:r>
              <a:rPr lang="nl-NL" sz="2000" b="1" dirty="0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 1, 3, 5, 7 </a:t>
            </a:r>
            <a:r>
              <a:rPr lang="nl-NL" sz="2000" b="1" dirty="0" err="1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etc</a:t>
            </a:r>
            <a:r>
              <a:rPr lang="nl-NL" sz="2000" b="1" dirty="0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 </a:t>
            </a:r>
            <a:r>
              <a:rPr lang="nl-NL" sz="2000" b="1" dirty="0" err="1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and</a:t>
            </a:r>
            <a:r>
              <a:rPr lang="nl-NL" sz="2000" b="1" dirty="0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 -1, -3, -5 </a:t>
            </a:r>
            <a:r>
              <a:rPr lang="nl-NL" sz="2000" b="1" dirty="0" err="1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etc</a:t>
            </a:r>
            <a:r>
              <a:rPr lang="nl-NL" sz="2000" b="1" dirty="0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81226719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1003)">
            <a:extLst>
              <a:ext uri="{FF2B5EF4-FFF2-40B4-BE49-F238E27FC236}">
                <a16:creationId xmlns:a16="http://schemas.microsoft.com/office/drawing/2014/main" id="{294CA899-75FF-0596-D17A-79307D65E17C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319338"/>
            <a:ext cx="12192000" cy="2219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09224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1004)">
            <a:extLst>
              <a:ext uri="{FF2B5EF4-FFF2-40B4-BE49-F238E27FC236}">
                <a16:creationId xmlns:a16="http://schemas.microsoft.com/office/drawing/2014/main" id="{191B43AC-415C-3162-BBA6-0E683F73E4CF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149475"/>
            <a:ext cx="12192000" cy="25574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000076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1005)">
            <a:extLst>
              <a:ext uri="{FF2B5EF4-FFF2-40B4-BE49-F238E27FC236}">
                <a16:creationId xmlns:a16="http://schemas.microsoft.com/office/drawing/2014/main" id="{D38877C5-7CA0-B2C0-01DD-681931186E53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023938"/>
            <a:ext cx="12192000" cy="4808537"/>
          </a:xfrm>
          <a:prstGeom prst="rect">
            <a:avLst/>
          </a:prstGeom>
        </p:spPr>
      </p:pic>
      <p:sp>
        <p:nvSpPr>
          <p:cNvPr id="4" name="Tekstvak 3">
            <a:extLst>
              <a:ext uri="{FF2B5EF4-FFF2-40B4-BE49-F238E27FC236}">
                <a16:creationId xmlns:a16="http://schemas.microsoft.com/office/drawing/2014/main" id="{EC05987C-8AD6-8594-F9B5-76E04BE079E6}"/>
              </a:ext>
            </a:extLst>
          </p:cNvPr>
          <p:cNvSpPr txBox="1"/>
          <p:nvPr/>
        </p:nvSpPr>
        <p:spPr>
          <a:xfrm>
            <a:off x="6305550" y="5308600"/>
            <a:ext cx="57594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dirty="0">
                <a:solidFill>
                  <a:srgbClr val="0070C0"/>
                </a:solidFill>
              </a:rPr>
              <a:t>[8*(2) or (8)*2 or (8)*(2) </a:t>
            </a:r>
            <a:r>
              <a:rPr lang="nl-NL" dirty="0" err="1">
                <a:solidFill>
                  <a:srgbClr val="0070C0"/>
                </a:solidFill>
              </a:rPr>
              <a:t>also</a:t>
            </a:r>
            <a:r>
              <a:rPr lang="nl-NL" dirty="0">
                <a:solidFill>
                  <a:srgbClr val="0070C0"/>
                </a:solidFill>
              </a:rPr>
              <a:t> </a:t>
            </a:r>
            <a:r>
              <a:rPr lang="nl-NL" dirty="0" err="1">
                <a:solidFill>
                  <a:srgbClr val="0070C0"/>
                </a:solidFill>
              </a:rPr>
              <a:t>possible</a:t>
            </a:r>
            <a:r>
              <a:rPr lang="nl-NL" dirty="0">
                <a:solidFill>
                  <a:srgbClr val="0070C0"/>
                </a:solidFill>
              </a:rPr>
              <a:t> but redundant]</a:t>
            </a:r>
          </a:p>
        </p:txBody>
      </p:sp>
      <p:sp>
        <p:nvSpPr>
          <p:cNvPr id="5" name="Tekstvak 4">
            <a:extLst>
              <a:ext uri="{FF2B5EF4-FFF2-40B4-BE49-F238E27FC236}">
                <a16:creationId xmlns:a16="http://schemas.microsoft.com/office/drawing/2014/main" id="{1CE115BA-2A54-561E-A0E0-9E9ADD0DC24E}"/>
              </a:ext>
            </a:extLst>
          </p:cNvPr>
          <p:cNvSpPr txBox="1"/>
          <p:nvPr/>
        </p:nvSpPr>
        <p:spPr>
          <a:xfrm>
            <a:off x="4233332" y="3090333"/>
            <a:ext cx="77046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dirty="0">
                <a:solidFill>
                  <a:srgbClr val="00B0F0"/>
                </a:solidFill>
              </a:rPr>
              <a:t>(dot </a:t>
            </a:r>
            <a:r>
              <a:rPr lang="nl-NL" dirty="0" err="1">
                <a:solidFill>
                  <a:srgbClr val="00B0F0"/>
                </a:solidFill>
              </a:rPr>
              <a:t>notation</a:t>
            </a:r>
            <a:r>
              <a:rPr lang="nl-NL" dirty="0">
                <a:solidFill>
                  <a:srgbClr val="00B0F0"/>
                </a:solidFill>
              </a:rPr>
              <a:t> </a:t>
            </a:r>
            <a:r>
              <a:rPr lang="nl-NL" dirty="0" err="1">
                <a:solidFill>
                  <a:srgbClr val="00B0F0"/>
                </a:solidFill>
              </a:rPr>
              <a:t>used</a:t>
            </a:r>
            <a:r>
              <a:rPr lang="nl-NL" dirty="0">
                <a:solidFill>
                  <a:srgbClr val="00B0F0"/>
                </a:solidFill>
              </a:rPr>
              <a:t> </a:t>
            </a:r>
            <a:r>
              <a:rPr lang="nl-NL" dirty="0" err="1">
                <a:solidFill>
                  <a:srgbClr val="00B0F0"/>
                </a:solidFill>
              </a:rPr>
              <a:t>mostly</a:t>
            </a:r>
            <a:r>
              <a:rPr lang="nl-NL" dirty="0">
                <a:solidFill>
                  <a:srgbClr val="00B0F0"/>
                </a:solidFill>
              </a:rPr>
              <a:t> </a:t>
            </a:r>
            <a:r>
              <a:rPr lang="nl-NL" dirty="0" err="1">
                <a:solidFill>
                  <a:srgbClr val="00B0F0"/>
                </a:solidFill>
              </a:rPr>
              <a:t>to</a:t>
            </a:r>
            <a:r>
              <a:rPr lang="nl-NL" dirty="0">
                <a:solidFill>
                  <a:srgbClr val="00B0F0"/>
                </a:solidFill>
              </a:rPr>
              <a:t> </a:t>
            </a:r>
            <a:r>
              <a:rPr lang="nl-NL" dirty="0" err="1">
                <a:solidFill>
                  <a:srgbClr val="00B0F0"/>
                </a:solidFill>
              </a:rPr>
              <a:t>avoid</a:t>
            </a:r>
            <a:r>
              <a:rPr lang="nl-NL" dirty="0">
                <a:solidFill>
                  <a:srgbClr val="00B0F0"/>
                </a:solidFill>
              </a:rPr>
              <a:t> </a:t>
            </a:r>
            <a:r>
              <a:rPr lang="nl-NL" dirty="0" err="1">
                <a:solidFill>
                  <a:srgbClr val="00B0F0"/>
                </a:solidFill>
              </a:rPr>
              <a:t>confusion</a:t>
            </a:r>
            <a:r>
              <a:rPr lang="nl-NL" dirty="0">
                <a:solidFill>
                  <a:srgbClr val="00B0F0"/>
                </a:solidFill>
              </a:rPr>
              <a:t> </a:t>
            </a:r>
            <a:r>
              <a:rPr lang="nl-NL" dirty="0" err="1">
                <a:solidFill>
                  <a:srgbClr val="00B0F0"/>
                </a:solidFill>
              </a:rPr>
              <a:t>with</a:t>
            </a:r>
            <a:r>
              <a:rPr lang="nl-NL" dirty="0">
                <a:solidFill>
                  <a:srgbClr val="00B0F0"/>
                </a:solidFill>
              </a:rPr>
              <a:t> </a:t>
            </a:r>
            <a:r>
              <a:rPr lang="nl-NL" dirty="0" err="1">
                <a:solidFill>
                  <a:srgbClr val="00B0F0"/>
                </a:solidFill>
              </a:rPr>
              <a:t>the</a:t>
            </a:r>
            <a:r>
              <a:rPr lang="nl-NL" dirty="0">
                <a:solidFill>
                  <a:srgbClr val="00B0F0"/>
                </a:solidFill>
              </a:rPr>
              <a:t> </a:t>
            </a:r>
            <a:r>
              <a:rPr lang="nl-NL" dirty="0" err="1">
                <a:solidFill>
                  <a:srgbClr val="00B0F0"/>
                </a:solidFill>
              </a:rPr>
              <a:t>commonly</a:t>
            </a:r>
            <a:r>
              <a:rPr lang="nl-NL" dirty="0">
                <a:solidFill>
                  <a:srgbClr val="00B0F0"/>
                </a:solidFill>
              </a:rPr>
              <a:t> </a:t>
            </a:r>
            <a:r>
              <a:rPr lang="nl-NL" dirty="0" err="1">
                <a:solidFill>
                  <a:srgbClr val="00B0F0"/>
                </a:solidFill>
              </a:rPr>
              <a:t>used</a:t>
            </a:r>
            <a:r>
              <a:rPr lang="nl-NL" dirty="0">
                <a:solidFill>
                  <a:srgbClr val="00B0F0"/>
                </a:solidFill>
              </a:rPr>
              <a:t> </a:t>
            </a:r>
            <a:r>
              <a:rPr lang="nl-NL" dirty="0" err="1">
                <a:solidFill>
                  <a:srgbClr val="00B0F0"/>
                </a:solidFill>
              </a:rPr>
              <a:t>unknown</a:t>
            </a:r>
            <a:r>
              <a:rPr lang="nl-NL" dirty="0">
                <a:solidFill>
                  <a:srgbClr val="00B0F0"/>
                </a:solidFill>
              </a:rPr>
              <a:t> </a:t>
            </a:r>
            <a:r>
              <a:rPr lang="nl-NL" dirty="0" err="1">
                <a:solidFill>
                  <a:srgbClr val="00B0F0"/>
                </a:solidFill>
              </a:rPr>
              <a:t>variable</a:t>
            </a:r>
            <a:r>
              <a:rPr lang="nl-NL" dirty="0">
                <a:solidFill>
                  <a:srgbClr val="00B0F0"/>
                </a:solidFill>
              </a:rPr>
              <a:t> x in algebra)</a:t>
            </a:r>
          </a:p>
        </p:txBody>
      </p:sp>
    </p:spTree>
    <p:extLst>
      <p:ext uri="{BB962C8B-B14F-4D97-AF65-F5344CB8AC3E}">
        <p14:creationId xmlns:p14="http://schemas.microsoft.com/office/powerpoint/2010/main" val="202500894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1006)">
            <a:extLst>
              <a:ext uri="{FF2B5EF4-FFF2-40B4-BE49-F238E27FC236}">
                <a16:creationId xmlns:a16="http://schemas.microsoft.com/office/drawing/2014/main" id="{CA40BA5A-9BD8-5546-15CD-6E01897EB0F8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181225"/>
            <a:ext cx="12192000" cy="2493963"/>
          </a:xfrm>
          <a:prstGeom prst="rect">
            <a:avLst/>
          </a:prstGeom>
        </p:spPr>
      </p:pic>
      <p:sp>
        <p:nvSpPr>
          <p:cNvPr id="4" name="Tekstvak 3">
            <a:extLst>
              <a:ext uri="{FF2B5EF4-FFF2-40B4-BE49-F238E27FC236}">
                <a16:creationId xmlns:a16="http://schemas.microsoft.com/office/drawing/2014/main" id="{25734D45-4AF3-0AD9-0D83-8355837B632C}"/>
              </a:ext>
            </a:extLst>
          </p:cNvPr>
          <p:cNvSpPr txBox="1"/>
          <p:nvPr/>
        </p:nvSpPr>
        <p:spPr>
          <a:xfrm>
            <a:off x="4538134" y="4305856"/>
            <a:ext cx="7366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dirty="0">
                <a:solidFill>
                  <a:schemeClr val="accent2"/>
                </a:solidFill>
              </a:rPr>
              <a:t>{slash </a:t>
            </a:r>
            <a:r>
              <a:rPr lang="nl-NL" dirty="0" err="1">
                <a:solidFill>
                  <a:schemeClr val="accent2"/>
                </a:solidFill>
              </a:rPr>
              <a:t>preferred</a:t>
            </a:r>
            <a:r>
              <a:rPr lang="nl-NL" dirty="0">
                <a:solidFill>
                  <a:schemeClr val="accent2"/>
                </a:solidFill>
              </a:rPr>
              <a:t> </a:t>
            </a:r>
            <a:r>
              <a:rPr lang="nl-NL" dirty="0" err="1">
                <a:solidFill>
                  <a:schemeClr val="accent2"/>
                </a:solidFill>
              </a:rPr>
              <a:t>because</a:t>
            </a:r>
            <a:r>
              <a:rPr lang="nl-NL" dirty="0">
                <a:solidFill>
                  <a:schemeClr val="accent2"/>
                </a:solidFill>
              </a:rPr>
              <a:t> </a:t>
            </a:r>
            <a:r>
              <a:rPr lang="nl-NL" dirty="0" err="1">
                <a:solidFill>
                  <a:schemeClr val="accent2"/>
                </a:solidFill>
              </a:rPr>
              <a:t>the</a:t>
            </a:r>
            <a:r>
              <a:rPr lang="nl-NL" dirty="0">
                <a:solidFill>
                  <a:schemeClr val="accent2"/>
                </a:solidFill>
              </a:rPr>
              <a:t> </a:t>
            </a:r>
            <a:r>
              <a:rPr lang="nl-NL" dirty="0" err="1">
                <a:solidFill>
                  <a:schemeClr val="accent2"/>
                </a:solidFill>
              </a:rPr>
              <a:t>division</a:t>
            </a:r>
            <a:r>
              <a:rPr lang="nl-NL" dirty="0">
                <a:solidFill>
                  <a:schemeClr val="accent2"/>
                </a:solidFill>
              </a:rPr>
              <a:t> </a:t>
            </a:r>
            <a:r>
              <a:rPr lang="nl-NL" dirty="0" err="1">
                <a:solidFill>
                  <a:schemeClr val="accent2"/>
                </a:solidFill>
              </a:rPr>
              <a:t>sign</a:t>
            </a:r>
            <a:r>
              <a:rPr lang="nl-NL" dirty="0">
                <a:solidFill>
                  <a:schemeClr val="accent2"/>
                </a:solidFill>
              </a:rPr>
              <a:t> </a:t>
            </a:r>
            <a:r>
              <a:rPr lang="nl-NL" dirty="0" err="1">
                <a:solidFill>
                  <a:schemeClr val="accent2"/>
                </a:solidFill>
              </a:rPr>
              <a:t>can</a:t>
            </a:r>
            <a:r>
              <a:rPr lang="nl-NL" dirty="0">
                <a:solidFill>
                  <a:schemeClr val="accent2"/>
                </a:solidFill>
              </a:rPr>
              <a:t> lead </a:t>
            </a:r>
            <a:r>
              <a:rPr lang="nl-NL" dirty="0" err="1">
                <a:solidFill>
                  <a:schemeClr val="accent2"/>
                </a:solidFill>
              </a:rPr>
              <a:t>to</a:t>
            </a:r>
            <a:r>
              <a:rPr lang="nl-NL" dirty="0">
                <a:solidFill>
                  <a:schemeClr val="accent2"/>
                </a:solidFill>
              </a:rPr>
              <a:t> BIDMAS </a:t>
            </a:r>
            <a:r>
              <a:rPr lang="nl-NL" dirty="0" err="1">
                <a:solidFill>
                  <a:schemeClr val="accent2"/>
                </a:solidFill>
              </a:rPr>
              <a:t>problems</a:t>
            </a:r>
            <a:r>
              <a:rPr lang="nl-NL" dirty="0">
                <a:solidFill>
                  <a:schemeClr val="accent2"/>
                </a:solidFill>
              </a:rPr>
              <a:t>} </a:t>
            </a:r>
          </a:p>
        </p:txBody>
      </p:sp>
    </p:spTree>
    <p:extLst>
      <p:ext uri="{BB962C8B-B14F-4D97-AF65-F5344CB8AC3E}">
        <p14:creationId xmlns:p14="http://schemas.microsoft.com/office/powerpoint/2010/main" val="358901051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1007)">
            <a:extLst>
              <a:ext uri="{FF2B5EF4-FFF2-40B4-BE49-F238E27FC236}">
                <a16:creationId xmlns:a16="http://schemas.microsoft.com/office/drawing/2014/main" id="{2F230D0A-BE88-5B6C-938A-6A63D7DA09C5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914400"/>
            <a:ext cx="12192000" cy="5029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850003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1008)">
            <a:extLst>
              <a:ext uri="{FF2B5EF4-FFF2-40B4-BE49-F238E27FC236}">
                <a16:creationId xmlns:a16="http://schemas.microsoft.com/office/drawing/2014/main" id="{F62733A9-3318-9EC0-FE60-2091CDE3200C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243013"/>
            <a:ext cx="12192000" cy="4371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154574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 descr="Schermopname (970)">
            <a:extLst>
              <a:ext uri="{FF2B5EF4-FFF2-40B4-BE49-F238E27FC236}">
                <a16:creationId xmlns:a16="http://schemas.microsoft.com/office/drawing/2014/main" id="{5EFF88D9-09FD-7AE0-D500-19C79352AE8E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49288"/>
            <a:ext cx="12192000" cy="5557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239030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 descr="Schermopname (971)">
            <a:extLst>
              <a:ext uri="{FF2B5EF4-FFF2-40B4-BE49-F238E27FC236}">
                <a16:creationId xmlns:a16="http://schemas.microsoft.com/office/drawing/2014/main" id="{7702C008-A8F5-0F1C-6F3E-34708C45FB4C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915988"/>
            <a:ext cx="12192000" cy="50244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037472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 descr="Schermopname (973)">
            <a:extLst>
              <a:ext uri="{FF2B5EF4-FFF2-40B4-BE49-F238E27FC236}">
                <a16:creationId xmlns:a16="http://schemas.microsoft.com/office/drawing/2014/main" id="{4B030D8C-6956-BD93-EBF7-F658DD6CD18A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933450"/>
            <a:ext cx="12192000" cy="4989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073811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 descr="Schermopname (974)">
            <a:extLst>
              <a:ext uri="{FF2B5EF4-FFF2-40B4-BE49-F238E27FC236}">
                <a16:creationId xmlns:a16="http://schemas.microsoft.com/office/drawing/2014/main" id="{A822948D-D847-90E5-04C9-0B50276F01E1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928688"/>
            <a:ext cx="12192000" cy="5000625"/>
          </a:xfrm>
          <a:prstGeom prst="rect">
            <a:avLst/>
          </a:prstGeom>
        </p:spPr>
      </p:pic>
      <p:pic>
        <p:nvPicPr>
          <p:cNvPr id="4" name="Afbeelding 3">
            <a:extLst>
              <a:ext uri="{FF2B5EF4-FFF2-40B4-BE49-F238E27FC236}">
                <a16:creationId xmlns:a16="http://schemas.microsoft.com/office/drawing/2014/main" id="{FB6F975D-1954-4D4E-8339-4EA19D460C3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40098" y="4136408"/>
            <a:ext cx="5377138" cy="15485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859002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 descr="Schermopname (976)">
            <a:extLst>
              <a:ext uri="{FF2B5EF4-FFF2-40B4-BE49-F238E27FC236}">
                <a16:creationId xmlns:a16="http://schemas.microsoft.com/office/drawing/2014/main" id="{F8A104EF-CC06-8CC2-A50F-A90261EA2EE5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69913"/>
            <a:ext cx="12192000" cy="57165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856913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 descr="Schermopname (977)">
            <a:extLst>
              <a:ext uri="{FF2B5EF4-FFF2-40B4-BE49-F238E27FC236}">
                <a16:creationId xmlns:a16="http://schemas.microsoft.com/office/drawing/2014/main" id="{DA47AA0F-7964-23D6-DEE5-AC234156FDFB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06400"/>
            <a:ext cx="12192000" cy="6045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137902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 descr="Schermopname (978)">
            <a:extLst>
              <a:ext uri="{FF2B5EF4-FFF2-40B4-BE49-F238E27FC236}">
                <a16:creationId xmlns:a16="http://schemas.microsoft.com/office/drawing/2014/main" id="{DD765006-D8B1-E13A-9E94-92F540BE1158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06413"/>
            <a:ext cx="12192000" cy="58451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57245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 descr="Schermopname (979)">
            <a:extLst>
              <a:ext uri="{FF2B5EF4-FFF2-40B4-BE49-F238E27FC236}">
                <a16:creationId xmlns:a16="http://schemas.microsoft.com/office/drawing/2014/main" id="{6A7DF459-CD6E-7294-67A7-E6BB49EBCE13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17513"/>
            <a:ext cx="12192000" cy="60213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591695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90)">
            <a:extLst>
              <a:ext uri="{FF2B5EF4-FFF2-40B4-BE49-F238E27FC236}">
                <a16:creationId xmlns:a16="http://schemas.microsoft.com/office/drawing/2014/main" id="{445A90E7-11F6-8DEE-2F12-E6CD43D35F36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054225"/>
            <a:ext cx="12192000" cy="27479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496031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91)">
            <a:extLst>
              <a:ext uri="{FF2B5EF4-FFF2-40B4-BE49-F238E27FC236}">
                <a16:creationId xmlns:a16="http://schemas.microsoft.com/office/drawing/2014/main" id="{EA0B6296-1C4F-3C49-02D2-F3E84D68E98C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5875"/>
            <a:ext cx="12192000" cy="68246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826570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92)">
            <a:extLst>
              <a:ext uri="{FF2B5EF4-FFF2-40B4-BE49-F238E27FC236}">
                <a16:creationId xmlns:a16="http://schemas.microsoft.com/office/drawing/2014/main" id="{610BAD20-1878-9BBF-C43A-2B12F85273C5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688" y="0"/>
            <a:ext cx="1185862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56973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94)">
            <a:extLst>
              <a:ext uri="{FF2B5EF4-FFF2-40B4-BE49-F238E27FC236}">
                <a16:creationId xmlns:a16="http://schemas.microsoft.com/office/drawing/2014/main" id="{E2BB7E1A-7CA2-CD86-B056-488DF8D3B7C7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600" y="0"/>
            <a:ext cx="1173321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845922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95)">
            <a:extLst>
              <a:ext uri="{FF2B5EF4-FFF2-40B4-BE49-F238E27FC236}">
                <a16:creationId xmlns:a16="http://schemas.microsoft.com/office/drawing/2014/main" id="{3967BDA3-54BC-5067-765E-A37471EE7507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00" y="0"/>
            <a:ext cx="1203801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56609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97)">
            <a:extLst>
              <a:ext uri="{FF2B5EF4-FFF2-40B4-BE49-F238E27FC236}">
                <a16:creationId xmlns:a16="http://schemas.microsoft.com/office/drawing/2014/main" id="{18F9FCE0-56EC-66BB-6113-7BDB07761023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827213"/>
            <a:ext cx="12192000" cy="32035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046484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98)">
            <a:extLst>
              <a:ext uri="{FF2B5EF4-FFF2-40B4-BE49-F238E27FC236}">
                <a16:creationId xmlns:a16="http://schemas.microsoft.com/office/drawing/2014/main" id="{04A8CD37-78A2-030F-0E3C-75414C721B15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289050"/>
            <a:ext cx="12192000" cy="42783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444040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99)">
            <a:extLst>
              <a:ext uri="{FF2B5EF4-FFF2-40B4-BE49-F238E27FC236}">
                <a16:creationId xmlns:a16="http://schemas.microsoft.com/office/drawing/2014/main" id="{E1509596-D3BD-C9B8-EF2C-CA3828B41019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628775"/>
            <a:ext cx="12192000" cy="35988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736740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1000)">
            <a:extLst>
              <a:ext uri="{FF2B5EF4-FFF2-40B4-BE49-F238E27FC236}">
                <a16:creationId xmlns:a16="http://schemas.microsoft.com/office/drawing/2014/main" id="{322FB1C9-F68D-2550-36B2-2E053B691414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006475"/>
            <a:ext cx="12192000" cy="4845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647495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1001)">
            <a:extLst>
              <a:ext uri="{FF2B5EF4-FFF2-40B4-BE49-F238E27FC236}">
                <a16:creationId xmlns:a16="http://schemas.microsoft.com/office/drawing/2014/main" id="{416C62A1-143B-DB31-7C64-21A9FE80A618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07950"/>
            <a:ext cx="12192000" cy="6640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5850025"/>
      </p:ext>
    </p:extLst>
  </p:cSld>
  <p:clrMapOvr>
    <a:masterClrMapping/>
  </p:clrMapOvr>
</p:sld>
</file>

<file path=ppt/theme/theme1.xml><?xml version="1.0" encoding="utf-8"?>
<a:theme xmlns:a="http://schemas.openxmlformats.org/drawingml/2006/main" name="Kantoorth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102</TotalTime>
  <Words>141</Words>
  <Application>Microsoft Office PowerPoint</Application>
  <PresentationFormat>Breedbeeld</PresentationFormat>
  <Paragraphs>6</Paragraphs>
  <Slides>27</Slides>
  <Notes>0</Notes>
  <HiddenSlides>0</HiddenSlides>
  <MMClips>0</MMClips>
  <ScaleCrop>false</ScaleCrop>
  <HeadingPairs>
    <vt:vector size="6" baseType="variant">
      <vt:variant>
        <vt:lpstr>Gebruikte lettertypen</vt:lpstr>
      </vt:variant>
      <vt:variant>
        <vt:i4>4</vt:i4>
      </vt:variant>
      <vt:variant>
        <vt:lpstr>Thema</vt:lpstr>
      </vt:variant>
      <vt:variant>
        <vt:i4>1</vt:i4>
      </vt:variant>
      <vt:variant>
        <vt:lpstr>Diatitels</vt:lpstr>
      </vt:variant>
      <vt:variant>
        <vt:i4>27</vt:i4>
      </vt:variant>
    </vt:vector>
  </HeadingPairs>
  <TitlesOfParts>
    <vt:vector size="32" baseType="lpstr">
      <vt:lpstr>Aptos</vt:lpstr>
      <vt:lpstr>Aptos Display</vt:lpstr>
      <vt:lpstr>Arial</vt:lpstr>
      <vt:lpstr>Arial Black</vt:lpstr>
      <vt:lpstr>Kantoorthema</vt:lpstr>
      <vt:lpstr>Pre-Algebra Extras [hot mess of everything that isnt covered by the other slides – still extremely useful; can be updated randomly and regularly]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William van Gelderen</dc:creator>
  <cp:lastModifiedBy>William van Gelderen</cp:lastModifiedBy>
  <cp:revision>12</cp:revision>
  <dcterms:created xsi:type="dcterms:W3CDTF">2026-07-20T09:50:12Z</dcterms:created>
  <dcterms:modified xsi:type="dcterms:W3CDTF">2026-07-29T13:17:39Z</dcterms:modified>
</cp:coreProperties>
</file>
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644" y="-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7-20T15:41:55.856"/>
    </inkml:context>
    <inkml:brush xml:id="br0">
      <inkml:brushProperty name="width" value="0.05" units="cm"/>
      <inkml:brushProperty name="height" value="0.3" units="cm"/>
      <inkml:brushProperty name="color" value="#FFFFFF"/>
      <inkml:brushProperty name="ignorePressure" value="1"/>
      <inkml:brushProperty name="inkEffects" value="pencil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7-20T15:41:57.733"/>
    </inkml:context>
    <inkml:brush xml:id="br0">
      <inkml:brushProperty name="width" value="0.05" units="cm"/>
      <inkml:brushProperty name="height" value="0.3" units="cm"/>
      <inkml:brushProperty name="color" value="#FFFFFF"/>
      <inkml:brushProperty name="ignorePressure" value="1"/>
      <inkml:brushProperty name="inkEffects" value="pencil"/>
    </inkml:brush>
  </inkml:definitions>
  <inkml:trace contextRef="#ctx0" brushRef="#br0">953 437,'0'21,"5"27,7 21,2 3,-3-4,-2-10,-3 2,-7 10,-9 30,-3 8,-4-4,0-9,-1-22,2-6,-2-37,-2-53,-4-75,3-61,-5-35,1-5,6 22,5 29,0 41,3 28,3 23,3 15,2 9,2 6,0-4,2-1,-1-1,-4 5,-8 12,-6 9,-10 16,-7 21,-11 16,-4 20,1 25,5 33,9 15,11 5,9-7,8-17,4-18,3-22,2-20,0-14,0-11,5-11,6-5,6-6,5-5,-2 1,7-1,2 3,2-1,15 3,5 0,-1-4,-5-2,-5-4,1-1,-2-2,2-7,-6-6,-4-7,-3-5,0-4,-2 3,-4 0,-7 0,-22-1,-35-2,-43-1,-47-10,-22-5,-12 1,17 7,29 5,29 7,25-2,17 3,13 6,16 16,22 13,21 15,26 13,20 15,19 4,9-9,3-12,-5-14,-4-9,-2-9,9-14,-7-7,-5-1,-11 3,1 4,-7 2,-10 4,-12 1,-12-3,-24-7,-14-6,-12-5,-9 1,-6 0,-3-3,4-1,6 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7-20T15:41:59.091"/>
    </inkml:context>
    <inkml:brush xml:id="br0">
      <inkml:brushProperty name="width" value="0.05" units="cm"/>
      <inkml:brushProperty name="height" value="0.3" units="cm"/>
      <inkml:brushProperty name="color" value="#FFFFFF"/>
      <inkml:brushProperty name="ignorePressure" value="1"/>
      <inkml:brushProperty name="inkEffects" value="pencil"/>
    </inkml:brush>
  </inkml:definitions>
  <inkml:trace contextRef="#ctx0" brushRef="#br0">1305 127,'-26'0,"-18"5,-13 2,-16 5,-53 5,-72 10,-43 1,4-5,52 0,84 0,84 1,82 8,44-2,30-2,12-4,1-7,-11-7,-3-4,12-14,15 0,31 1,29 6,2 5,-2 6,-24 6,-15 6,-34-1,-37-4,-39 0,-53 3,-66 8,-67-1,-56-5,-20-6,11-11,20-12,31-4,27 0,14 1,10-3,9 2,9 2,14-3,9 1,15 3,21 7,9 9,13 9,13 0,4-1,11 6,6-1,3 2,7-3,-4-6,2-4,0-5,-6-2,-4-8,-1-7,-5-8,-6-4,-7 0,-9 1,-4 3,-3 5,12-4,4-11,1 1,3 0,21-5,35-13,27-8,22-11,7 2,-17 5,-49 14,-54 14,-38 7,-40 8,-22 7,-5 4,-2 4,-3 1,0 1,9 1,14-6,12-2,12-5,11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20.46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2066 2901 24575,'-79'-97'0,"42"49"0,-379-454-1433,-49 30 167,441 451 1450,0 1 1,-30-19-1,44 35-183,10 7-1,15 17 88,-9-14-13,236 306 1907,-73-113-1982,-88-108 0,-61-66 0,19 31 0,2 4 0,-30-42 0,-11-18 0,0 1 0,1-1 0,-1 0 0,0 1 0,0-1 0,0 0 0,0 1 0,0-1 0,0 0 0,0 1 0,0-1 0,0 1 0,0-1 0,0 0 0,0 1 0,0-1 0,0 0 0,0 1 0,0-1 0,0 0 0,0 1 0,0-1 0,-1 0 0,1 1 0,0-1 0,0 1 0,-1-1 0,1 0 0,-1 0 0,0 0 0,1 0 0,-1 1 0,1-1 0,-1 0 0,1 0 0,-1 0 0,0-1 0,1 1 0,-1 0 0,1 0 0,-1 0 0,1 0 0,-1 0 0,1-1 0,-1 1 0,0-1 0,-24-14 0,-4-9 8,2-1 0,0-1-1,-36-47 1,-58-99-162,75 99 32,3-3-1,3-1 0,4-2 0,-50-161 0,-14-221 123,33-10 0,54 367 0,6 49 0,-7-44 0,9 86 0,0 18 0,-1 28 0,-8 378 0,13-303 0,2 2 41,4-1 0,26 149 0,20-15 252,29 185 28,-66-253-321,-10 224 0,-4-383 0,1 0 0,0-1 0,2 0 0,0 1 0,0-1 0,1 0 0,1 0 0,1-1 0,0 1 0,1-1 0,11 17 0,95 154 0,-100-162 0,1-1 0,22 28 0,-34-48 0,-1 0 0,1 0 0,0-1 0,0 1 0,0 0 0,0-1 0,0 1 0,0-1 0,0 1 0,4 0 0,-6-2 0,1 0 0,-1 0 0,1 1 0,-1-1 0,1 0 0,0 0 0,-1-1 0,1 1 0,-1 0 0,1 0 0,-1 0 0,1 0 0,-1 0 0,1 0 0,-1-1 0,1 1 0,-1 0 0,1-1 0,-1 1 0,1 0 0,0-1 0,0-1 0,0 1 0,0-1 0,1 1 0,-1-1 0,0 0 0,-1 1 0,1-1 0,0 0 0,0-3 0,4-11 0,-2 0 0,0 0 0,-1-1 0,0-31 0,-10-82 0,-77-435-1455,62 434 1183,-99-608-1,97 582 153,23 150 120,-1-15 0,4 22 0,-1 0 0,0 0 0,0 0 0,0 0 0,0 0 0,0 0 0,0 0 0,0 0 0,0 0 0,0 0 0,0 0 0,0 0 0,0 0 0,0 0 0,0 0 0,0 0 0,0 0 0,0 0 0,0 0 0,0 0 0,0 0 0,1 0 0,-1 0 0,0 0 0,0 0 0,0 0 0,0 0 0,0 0 0,0 0 0,0 0 0,0 0 0,0 0 0,0 0 0,0 0 0,0 0 0,0 0 0,0 0 0,0 0 0,0 0 0,0 0 0,0 0 0,0 0 0,0 0 0,0 0 0,1 0 0,-1 0 0,0 0 0,0 0 0,0-1 0,0 1 0,0 0 0,0 0 0,0 0 0,0 0 0,0 0 0,0 0 0,0 0 0,0 0 0,7 13 0,40 104 103,-5 1-1,44 199 1,2 260 205,-54-141-55,9-104 636,-17-150-527,-25-175-362,1 13 0,0 0 0,2 0 0,0 0 0,1-1 0,1 0 0,13 28 0,-18-45 0,0-1 0,-1 1 0,1-1 0,0 1 0,0-1 0,1 1 0,-1-1 0,0 0 0,3 3 0,2-6 0,-1-12 0,-3-7 0,0 0 0,-1 0 0,-1 0 0,-4-28 0,-19-89 0,22 134 0,-4-26 0,-2 0 0,-1 0 0,-2 1 0,-17-39 0,22 60 0,0 1 0,0 0 0,0 0 0,-1 0 0,0 0 0,-1 1 0,0 0 0,0 1 0,0-1 0,0 1 0,-1 1 0,0-1 0,0 1 0,0 1 0,0-1 0,-14-2 0,-5-1 0,1 2 0,-1 1 0,0 2 0,-32 0 0,49 1 0,0 1 0,0 1 0,0 0 0,1 0 0,-1 0 0,-16 6 0,21-5 0,0 1 0,0-1 0,0 1 0,1 0 0,-1 1 0,1-1 0,0 1 0,0 0 0,0 0 0,0 0 0,1 0 0,-1 0 0,-4 10 0,-4 8 0,1 0 0,1 1 0,2 0 0,-10 35 0,-15 104 0,31-150 0,-41 279 0,-23 112 0,25-214 0,40-184 0,-3 35 0,3-38 0,1 0 0,0-1 0,0 1 0,0 0 0,1 0 0,-1 0 0,0 0 0,1-1 0,-1 1 0,1 0 0,0 0 0,0-1 0,-1 1 0,1 0 0,2 2 0,-2-4 0,0 1 0,-1-1 0,1 1 0,0-1 0,-1 0 0,1 1 0,0-1 0,0 0 0,0 0 0,-1 1 0,1-1 0,0 0 0,0 0 0,0 0 0,-1 0 0,1 0 0,0 0 0,0-1 0,0 1 0,-1 0 0,1 0 0,0 0 0,0-1 0,-1 1 0,1 0 0,1-1 0,20-14 0,-18 13 0,41-35 0,63-65 0,-55 50 0,166-136 0,-101 91 0,-99 83 0,0 1 0,1 1 0,29-14 0,26-16 0,-66 36 0,0 0 0,-1 0 0,0-1 0,-1 0 0,1-1 0,6-8 0,-8 6 0,1-1 0,-1 0 0,5-14 0,10-19 0,109-153 0,-125 189 0,8-4 0,-13 12 0,0 0 0,1 0 0,-1-1 0,0 1 0,0 0 0,1 0 0,-1 0 0,0 0 0,0 0 0,1 0 0,-1 1 0,0-1 0,1 0 0,-1 0 0,0 0 0,0 0 0,1 0 0,-1 0 0,0 0 0,0 1 0,1-1 0,-1 0 0,0 0 0,0 0 0,0 0 0,1 1 0,-1-1 0,0 0 0,0 0 0,0 1 0,0-1 0,1 0 0,0 4 0,0-1 0,0 0 0,0 0 0,-1 1 0,1-1 0,-1 0 0,0 7 0,0 15 0,-2-1 0,-1 1 0,0-1 0,-14 45 0,0-17 0,-27 57 0,4-31 0,-4-1 0,-2-2 0,-4-2 0,-81 90 0,52-70 0,72-84 0,-1-1 0,0 0 0,0 0 0,-1 0 0,0-1 0,0 0 0,0-1 0,-1 0 0,0-1 0,-17 7 0,-6 0 0,-1-1 0,-36 5 0,-12 4 0,67-17 0,21-9 0,28-13 0,419-238 0,-410 229 0,-1 0 0,-1-3 0,-2-2 0,44-45 0,-63 56 0,-1 0 0,-1-1 0,-1-1 0,-2-1 0,0 0 0,-1-1 0,-2-1 0,16-48 0,-13 24 0,13-90 0,-26 120 0,0-1 0,-2 1 0,0-1 0,-1 1 0,-1-1 0,-1 1 0,-7-26 0,-50-110 0,37 103 0,-20-69 0,29 63 0,3 0 0,-7-104 0,16-124 0,3 273 0,0 6 0,-1 1 0,0-1 0,0 0 0,-1 0 0,0 1 0,0-1 0,-1 0 0,0 1 0,0-1 0,-5-8 0,7 17 0,0-1 0,-1 0 0,1 0 0,0 1 0,-1-1 0,1 0 0,-1 1 0,1-1 0,-1 1 0,1-1 0,-1 1 0,1-1 0,-1 1 0,0-1 0,1 1 0,-1-1 0,0 1 0,1 0 0,-1-1 0,-1 0 0,1 2 0,0-1 0,1 1 0,-1-1 0,0 1 0,0 0 0,1-1 0,-1 1 0,1 0 0,-1-1 0,0 1 0,1 0 0,-1 0 0,1-1 0,0 1 0,-1 0 0,1 0 0,0 0 0,-1 0 0,1 0 0,0 0 0,0-1 0,0 1 0,0 1 0,-5 26 0,2 1 0,1-1 0,2 41 0,0-60 0,27 424 0,-1-22 0,-26-394 0,-1 1 0,0-1 0,-1 1 0,-1-1 0,-1 0 0,-10 29 0,13-44 0,0 0 0,0 0 0,0 0 0,0 0 0,0-1 0,0 1 0,-1 0 0,1 0 0,0-1 0,-1 1 0,0-1 0,1 0 0,-1 1 0,0-1 0,0 0 0,1 0 0,-1 0 0,0 0 0,0 0 0,0-1 0,0 1 0,0-1 0,0 1 0,-1-1 0,1 0 0,0 1 0,0-1 0,0 0 0,0-1 0,0 1 0,-1 0 0,-2-1 0,-4-2 0,0 1 0,0-1 0,0 0 0,1-1 0,-1 0 0,-13-8 0,4-1 5,1 0 0,0-1 1,0-1-1,2 0 0,0-1 0,1-1 0,-25-36 0,12 6-73,1-1 0,-20-54-1,3-11-192,6-1-1,4-2 1,-24-161-1,-17-369 156,71 614 63,-5-35 31,-2 1 1,-37-125-1,-62-208 1189,92 343-997,16 54-177,1 1-1,-1-1 1,1 1 0,-1-1-1,1 1 1,-1-1 0,0 1-1,0 0 1,0-1 0,0 1-1,0 0 1,0 0 0,-2-2-1,3 3-1,0 0-1,-1 0 0,1 0 0,0 0 1,-1 0-1,1 0 0,0 1 0,-1-1 1,1 0-1,0 0 0,-1 0 0,1 0 1,0 0-1,0 1 0,-1-1 1,1 0-1,0 0 0,-1 0 0,1 1 1,0-1-1,0 0 0,0 0 0,-1 1 1,1-1-1,0 0 0,0 0 0,0 1 1,0-1-1,-1 0 0,1 1 1,0-1-1,0 0 0,0 1 0,0 0 1,-2 7-4,0 0 1,0 0 0,0 11-1,0 4 3,2 0 0,0-1 0,1 1 0,1 0 0,1-1 0,2 0 0,0 0 0,1 0 0,1 0 0,11 23 0,180 393 0,29 67 0,-216-475 0,0 1 0,8 41 0,-16-55 0,0 1 0,-1 0 0,-1 0 0,-1 0 0,-3 29 0,-1-30 0,0 0 0,-2 0 0,0-1 0,0 0 0,-2 0 0,0-1 0,-11 17 0,8-15 0,1 1 0,1 0 0,0 1 0,-7 26 0,10-20 0,1 0 0,-3 38 0,7-55 0,1-1 0,0 1 0,0-1 0,1 1 0,0-1 0,0 0 0,1 1 0,0-1 0,0 0 0,0 0 0,1 0 0,7 12 0,-8-16 0,1 0 0,-1 0 0,1 0 0,0-1 0,0 1 0,0-1 0,0 0 0,0 0 0,0 0 0,1 0 0,-1-1 0,0 0 0,1 1 0,0-1 0,-1 0 0,1 0 0,0-1 0,-1 1 0,1-1 0,0 0 0,0 0 0,-1 0 0,1-1 0,0 1 0,4-2 0,-1 1 0,0-1 0,0-1 0,0 1 0,0-1 0,-1 0 0,1-1 0,-1 1 0,0-1 0,0-1 0,0 1 0,0-1 0,5-6 0,-4 3 0,0-1 0,-1 0 0,-1 0 0,1 0 0,-1-1 0,-1 0 0,0 1 0,3-12 0,2-14 0,5-41 0,-2-10-278,-1-162-1,-26-88-335,6 227 572,-33-151 0,26 194 28,-2 1 1,-3 1-1,-46-94 1,52 130 108,-1 0 0,-2 2 0,-32-39 0,-72-65 826,76 84-931,-148-154 28,189 195-18,-1 0 0,0 0 0,0 0 0,0 1 0,-1 0 0,1 0 0,-1 1 0,0-1 0,0 1 0,-1 1 0,1 0 0,0 0 0,-1 0 0,1 1 0,-1 0 0,0 0 0,1 1 0,-1 0 0,0 0 0,1 1 0,-1 0 0,0 0 0,1 1 0,-1 0 0,1 0 0,0 1 0,0 0 0,-11 6 0,5-1 0,0 1 0,1 0 0,0 0 0,1 1 0,0 1 0,0 0 0,1 0 0,1 1 0,0 1 0,0-1 0,1 2 0,1-1 0,0 1 0,1 0 0,1 0 0,0 0 0,1 1 0,0 0 0,1 0 0,1 0 0,0 0 0,1 0 0,1 1 0,2 17 0,8 41 0,4 0 0,35 109 0,-39-146 0,11 30 0,3-1 0,3-2 0,2 0 0,3-2 0,80 115 0,-99-162 0,0-1 0,0-1 0,1 0 0,1-1 0,30 19 0,-19-13 0,144 87 0,-147-91 5,0 0-1,-1 2 1,0 1-1,-2 0 1,0 2 0,0 0-1,-2 1 1,26 38-1,-9-5-72,-4 1 0,41 94-1,11 63-611,97 376-1,-164-530 681,-3 0 0,-2 1 0,3 63 0,-17-100 0,3-21 0,0 1 0,0-1 0,0 0 0,0 0 0,0 0 0,0 0 0,0 1 0,-1-1 0,1 0 0,0 0 0,0 0 0,0 0 0,0 0 0,-1 0 0,1 0 0,0 0 0,0 1 0,0-1 0,0 0 0,-1 0 0,1 0 0,0 0 0,0 0 0,0 0 0,-1 0 0,1 0 0,0 0 0,0 0 0,0 0 0,-1 0 0,1 0 0,0 0 0,0 0 0,0 0 0,0-1 0,-1 1 0,1 0 0,0 0 0,0 0 0,0 0 0,0 0 0,-1 0 0,1 0 0,0-1 0,0 1 0,0 0 0,-4-4 0,0-1 0,0 0 0,1 0 0,0 0 0,-4-7 0,-88-209 0,77 175 0,-199-574 593,124 352-593,30 93 0,-97-338-572,43-14 1169,115 512-570,-1 0 0,0 0 0,-1 0 0,-1 1 0,-10-23 0,11 30-28,0 1 0,-1-1 0,1 1 0,-1 0 0,0 0 0,-1 1 0,0-1 0,0 1 0,0 0 1,0 1-1,-1 0 0,-8-5 0,5 5 43,1-1 0,-1 1 0,-1 1 0,1 0 0,-1 1 0,1 0 0,-1 0 0,-16 0 0,20 2-18,1 0 0,0 0-1,-1 1 1,1 0 0,0 0 0,-1 1-1,1-1 1,0 1 0,0 1-1,0-1 1,1 1 0,-1 0-1,0 0 1,1 1 0,-8 6-1,1 3-23,1 0 0,0 1 0,0 0 0,2 1 0,0 0 0,1 0 0,0 1 0,1 0 0,1 1 0,-8 30 0,5-5 0,2 0 0,2 1 0,-1 55 0,8-27 0,3 0 0,3 0 0,31 125 0,-34-173 0,2 0 0,0 0 0,1 0 0,20 36 0,-21-48 0,0 0 0,1 0 0,0-1 0,1 0 0,0 0 0,1-1 0,-1 0 0,2 0 0,-1-2 0,14 9 0,-3-5 0,1-1 0,1 0 0,0-2 0,28 7 0,98 14 0,-89-23 0,114-2 0,19 0 0,-147 0 0,186 16 0,-178-19 0,1-2 0,69-10 0,-87 7 0,45-9 0,-74 11 0,0 0 0,-1-1 0,0 0 0,1 0 0,-1 0 0,0-1 0,-1 0 0,9-6 0,-13 9 0,0-1 0,0 0 0,0-1 0,0 1 0,0 0 0,0-1 0,0 1 0,-1-1 0,1 1 0,-1-1 0,0 0 0,0 0 0,0 1 0,0-1 0,0 0 0,-1 0 0,1 0 0,-1 0 0,0 0 0,0 0 0,0 0 0,0 0 0,0 0 0,-2-5 0,-1-3 0,-1 0 0,0 0 0,-1 1 0,0 0 0,-10-16 0,-50-69 9,-115-128 0,66 86-191,-26-40-142,-232-274-317,265 335 641,-225-184 0,158 168 0,56 46 0,-128-124 0,-15-88-291,253 289 291,13 17 0,19 26 0,44 57 0,4-3 0,107 101 0,-157-167-2,346 355-351,23 124-845,90 105-289,-413-533 961,3-2-1,130 98 1,-150-132 442,1-2 0,2-2 0,1-3 0,1-3-1,81 28 1,-118-49 329,-1 0 0,1-2 0,0 0 0,0-1 0,0-1 0,0 0 0,1-2 0,-1 0 0,0-1 0,0-1 0,24-6 0,305-79 2658,-191 47-2202,-129 33-701,0-2 0,0 0 0,0-2 0,48-27 0,-64 31 0,-1-1 0,0 0 0,0-1 0,-1 0 0,0 0 0,-1-1 0,0-1 0,0 1 0,-1-1 0,-1-1 0,0 0 0,10-21 0,-9 11 0,-1 0 0,-1-1 0,-1 0 0,-1 0 0,2-32 0,-4 14 0,-3-1 0,-5-46 0,2 59 0,-2 1 0,0 1 0,-2-1 0,-1 1 0,-1 1 0,-2 0 0,0 0 0,-1 1 0,-2 0 0,-18-22 0,12 20 0,-2 0 0,-1 1 0,-1 2 0,-1 0 0,-1 2 0,-1 1 0,-55-31 0,61 40 0,-1 1 0,-1 1 0,0 2 0,-26-7 0,34 11 0,0 1 0,0 1 0,0 0 0,0 1 0,0 1 0,0 0 0,-25 5 0,39-5 0,0 0 0,1 1 0,-1-1 0,1 1 0,-1-1 0,0 1 0,1-1 0,-1 1 0,1 0 0,0 0 0,-1 0 0,1 0 0,0 0 0,-1 0 0,-1 2 0,2-1 0,0 0 0,0 0 0,1 0 0,-1 0 0,0 0 0,1 1 0,-1-1 0,1 0 0,0 0 0,-1 1 0,1-1 0,0 0 0,1 5 0,4 30 0,2 1 0,20 62 0,-19-74 0,77 255-292,86 330-700,-157-553 976,30 155-252,-36-164 584,-3 1 0,0 64 0,-4-99-232,0 1-1,1 0 1,1 0 0,0-1 0,1 0-1,11 27 1,-1-1-50,-11-25-34,0 0 0,0 1 0,-1 24 0,0-11 0,-19-181 0,-30-656-1057,29 391 666,-5 183 391,17 204 0,0 1 0,-2 0 0,-1 1 0,-1 0 0,-26-50 0,29 66-17,0 0-1,-15-16 1,19 23 96,0 1 0,0 0 0,0 1 0,0-1 0,0 0 0,0 1 0,-1 0 0,1 0 1,-1 0-1,0 0 0,-6-2 0,9 4-68,1 0 1,0 0-1,-1 0 1,1 0 0,0 0-1,-1 0 1,1 0-1,-1 0 1,1 0-1,0 0 1,-1 0 0,1 0-1,0 1 1,-1-1-1,1 0 1,0 0-1,-1 0 1,1 0-1,0 1 1,0-1 0,-1 0-1,1 0 1,0 1-1,0-1 1,-1 0-1,1 1 1,0-1-1,0 0 1,0 0 0,-1 1-1,1-1 1,0 0-1,0 1 1,0-1-1,0 1 1,0-1 0,0 0-1,0 1 1,0-1-1,0 1 1,-1 8-1,1 0 0,1 1 0,0-1 0,0 0-1,1 0 1,0 0 0,5 14 0,2 12-21,39 153-58,63 277-408,-84-328 315,11 202 0,-34-231 594,-13 122 0,8-219-433,0 0 0,-1 0 0,0-1 0,0 1 0,-1-1 0,-1 0 0,0 0 0,0 0 0,-7 9 0,6-11 0,0-1 0,-1 0 0,0 0 0,-1-1 0,1 0 0,-1 0 0,-1 0 0,1-1 0,-1 0 0,0 0 0,-12 5 0,-20 7 0,0-1 0,-1-3 0,-1 0 0,-56 8 0,66-17 0,0 0 0,0-2 0,-1-2 0,1-1 0,0-1 0,-48-10 0,61 7 0,0 0 0,0-1 0,-20-10 0,32 12 0,0 1 0,0-1 0,0 0 0,1-1 0,-1 0 0,1 0 0,0 0 0,1 0 0,-1-1 0,-5-9 0,5 2 0,6 13 0,0 0 0,0-1 0,0 1 0,0 0 0,0 0 0,1 0 0,-1-1 0,0 1 0,0 0 0,0 0 0,0 0 0,0 0 0,0-1 0,0 1 0,1 0 0,-1 0 0,0 0 0,0 0 0,0 0 0,0 0 0,1-1 0,-1 1 0,0 0 0,0 0 0,0 0 0,0 0 0,1 0 0,-1 0 0,0 0 0,0 0 0,0 0 0,1 0 0,-1 0 0,0 0 0,0 0 0,27 7 0,-23-6 0,47 15 8,1-2 0,1-3-1,56 5 1,169 4-25,-52-6-151,237 58-413,-347-44 406,216 83 0,-257-80 158,-23-8 74,1-2-1,103 27 1,-146-46 40,0-1-1,0 0 1,0 0 0,0-1 0,14-1 0,-21 0-81,0 1 0,0-1 0,0 1 0,-1-1 0,1 0 0,0 0 0,-1 0 0,1 0 0,0 0-1,-1-1 1,0 1 0,1-1 0,-1 0 0,0 1 0,0-1 0,1 0 0,-1 0 0,-1-1 0,1 1 0,0 0 0,2-5 0,-4 6-16,1-1 0,-1 1 0,1-1 0,-1 1 0,0 0 0,0-1 0,1 1 0,-1-1 0,0 1 0,-1-1 0,1 1 0,0 0 0,0-1 0,0 1 0,-1-1 0,1 1 0,-1 0 0,1-1 0,-1 1 0,0 0 0,1-1 0,-1 1 0,0 0 0,0 0 0,0 0 0,0 0 0,0 0 0,0 0 0,0 0 0,0 0 0,0 0 0,-1 0 0,1 1 0,-3-2 0,-4-2 0,0 0 0,0 1 0,-1 0 0,-12-3 0,-20-3 0,-59-3 0,58 8 0,-60-13 0,36-4 0,0-2 0,-74-38 0,92 39 0,-183-102 0,90 45 0,89 53 0,-2 3 0,-84-25 0,-111-15 0,198 52 0,-42-11 0,-190-19 0,260 42 0,23-1 0,0 0 0,-1 0 0,1 0 0,0 1 0,-1-1 0,1 0 0,0 0 0,0 0 0,-1 0 0,1 0 0,0 1 0,-1-1 0,1 0 0,0 0 0,0 0 0,-1 1 0,1-1 0,0 0 0,0 0 0,0 1 0,-1-1 0,1 0 0,0 0 0,0 1 0,0-1 0,0 0 0,0 1 0,0-1 0,-1 1 0,2 1 0,0-1 0,0 1 0,1 0 0,-1 0 0,0-1 0,1 1 0,-1-1 0,1 0 0,-1 1 0,1-1 0,-1 0 0,1 0 0,0 0 0,0 0 0,3 1 0,43 21 0,2-3 0,59 16 0,27 2 0,164 24 0,145-2 0,-418-57 0,368 58-330,-112-15-323,487 39-1410,-764-85 2063,31 3 0,-1 1 0,57 14 0,-91-18 5,0 1 1,0 0-1,0-1 0,0 1 0,0 0 0,0 0 0,0 0 0,0 1 0,0-1 0,0 0 1,1 3-1,-2-4 2,-1 1-1,0-1 1,1 1 0,-1-1 0,0 1 0,1-1 0,-1 1-1,0-1 1,0 1 0,0 0 0,0-1 0,0 1-1,0-1 1,1 1 0,-1 0 0,0-1 0,-1 1 0,1-1-1,0 1 1,0 0 0,0-1 0,0 1 0,0-1 0,-1 1-1,1-1 1,-1 2 0,-1 1 67,-1 1 0,0-1-1,-1 0 1,1 0 0,0 0-1,-1 0 1,0 0 0,0-1 0,-5 3-1,-23 12 134,0-1-1,-1-2 0,-1-1 0,0-2 1,0-2-1,-1 0 0,0-3 1,-1-1-1,-63 1 0,92-5-206,-1-2 0,0 1 0,1-1 0,-1 0 0,1-1 0,-1 1 0,1-2 0,-1 1 0,1-1 0,0 0 0,0 0 0,1-1 0,-1 0 0,1 0 0,-1-1 0,1 0 0,1 0 0,-1 0 0,1-1 0,-7-8 0,-6-10 0,2 0 0,0-2 0,2 1 0,1-2 0,0 0 0,3 0 0,0-1 0,1 0 0,-6-41 0,5 2 0,2-1 0,4 0 0,3-70 0,6 50 0,23-129 0,-27 214 0,-1-1 0,1 0 0,0 0 0,0 1 0,1-1 0,-1 0 0,1 1 0,2-4 0,-4 6 0,1 0 0,0 1 0,-1-1 0,1 1 0,0-1 0,0 1 0,-1-1 0,1 1 0,0-1 0,0 1 0,0 0 0,0-1 0,0 1 0,-1 0 0,1 0 0,0 0 0,0-1 0,0 1 0,0 0 0,0 0 0,0 0 0,0 1 0,0-1 0,0 0 0,-1 0 0,1 0 0,0 1 0,0-1 0,0 0 0,0 1 0,0-1 0,-1 1 0,1-1 0,0 1 0,0-1 0,-1 1 0,2 1 0,19 13 0,-1 1 0,-1 2 0,0 0 0,-2 1 0,22 28 0,67 115 0,-61-87 0,-5 2 0,-2 1 0,30 92 0,-1 4 0,-51-136 0,-11-21 0,0-1 0,-1 1 0,4 33 0,-6-36 0,-2-11 0,1-1 0,-1 1 0,0-1 0,1 0 0,0 1 0,-1-1 0,1 0 0,0 1 0,0-1 0,1 0 0,-1 0 0,0 0 0,1 0 0,-1 0 0,1 0 0,-1 0 0,1 0 0,0-1 0,0 1 0,0-1 0,0 1 0,0-1 0,0 0 0,1 0 0,-1 0 0,3 1 0,-1-1 0,0 0 0,0-1 0,0 0 0,0 0 0,0 0 0,0-1 0,0 1 0,0-1 0,-1 0 0,1 0 0,0 0 0,0 0 0,-1-1 0,1 0 0,-1 1 0,5-4 0,7-5 0,0-1 0,-1-1 0,0 0 0,0-1 0,19-25 0,50-79 0,-82 116 0,29-46 0,-2 0 0,-2-2 0,-2-1 0,-2-1 0,-3-1 0,23-98 0,-32 104 0,2 1 0,2 1 0,1 0 0,28-52 0,-41 91 0,1 0 0,1 1 0,-1-1 0,1 1 0,-1 0 0,1 0 0,0 0 0,1 1 0,-1 0 0,1-1 0,-1 1 0,1 1 0,0-1 0,0 1 0,0 0 0,0 0 0,1 0 0,6-1 0,12-1 0,0 0 0,47 0 0,-31 2 0,-18 1 0,15-1 0,40-8 0,-69 7 0,-14 0 0,-34-5 0,-1 1 0,0 3 0,-44 0 0,25 1 0,2 0 0,-372-6 0,405 12 0,0 2 0,0 1 0,1 0 0,-36 15 0,55-19 0,0 0 0,0 0 0,1 0 0,-1 0 0,0 1 0,1-1 0,0 1 0,0 0 0,0 1 0,0-1 0,0 1 0,1-1 0,-1 1 0,1 0 0,0 0 0,0 1 0,0-1 0,1 1 0,-2 4 0,1-2 0,1 0 0,1 1 0,-1-1 0,1 0 0,0 1 0,1-1 0,0 1 0,0-1 0,1 1 0,0-1 0,3 14 0,24 95 0,28 128 0,-43-170 0,6 103 0,-19-165 0,1 122 0,-1-131 0,0-1 0,0 1 0,0-1 0,-1 1 0,1-1 0,-1 1 0,1-1 0,-1 0 0,0 1 0,0-1 0,0 0 0,0 1 0,-1-1 0,-2 3 0,4-4 0,-1-1 0,0 1 0,1-1 0,-1 0 0,0 0 0,1 1 0,-1-1 0,0 0 0,1 0 0,-1 0 0,0 0 0,0 1 0,1-1 0,-1 0 0,0 0 0,0-1 0,1 1 0,-1 0 0,0 0 0,0 0 0,-2-2 0,0 1 0,0 0 0,0-1 0,0 1 0,0-1 0,-4-4 0,-6-5 0,0-2 0,1 1 0,1-2 0,-18-24 0,-37-71 0,64 105 0,-273-578-901,235 489 853,-33-64 48,-15-36 0,-93-364-1214,51-13-786,85 303 2508,44 256-461,-3-45 38,4 53-85,0-1 0,0 1 0,1 0 0,-1 0 0,1 0-1,0 0 1,-1 0 0,1 0 0,1 0 0,-1 0 0,0 1 0,1-1 0,2-3 0,-3 5 12,0 0 0,0 0 0,1 0 0,-1 0 0,1 0 0,-1 1 0,1-1 0,-1 0 0,1 1 0,-1-1-1,1 1 1,-1 0 0,1-1 0,0 1 0,-1 0 0,1 0 0,-1 0 0,1 0 0,0 0 0,-1 1 0,1-1 0,-1 0 0,1 1 0,3 1 0,4 1 185,0 1 0,17 10-1,-5-1-108,0 1 0,-1 1 1,0 1-1,-2 0 0,18 21 0,78 103-25,-94-114 24,125 179 388,190 360-1,-321-536-452,12 35 1,-20-45-91,1 0 1,2 0 0,0-1 0,0 0 0,14 17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29.52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 2386 24575,'5'6'0,"-1"1"0,1 0 0,-1 0 0,-1 0 0,1 0 0,3 15 0,0-5 0,5 18 0,-9-26 0,-1 0 0,1 0 0,1 0 0,0-1 0,0 1 0,1-1 0,0 0 0,10 12 0,-15-20 0,0 1 0,1-1 0,-1 1 0,1-1 0,-1 0 0,0 1 0,1-1 0,-1 1 0,1-1 0,-1 0 0,1 0 0,-1 1 0,1-1 0,-1 0 0,1 0 0,0 1 0,-1-1 0,1 0 0,-1 0 0,1 0 0,-1 0 0,1 0 0,0 0 0,-1 0 0,1 0 0,-1 0 0,1 0 0,1-1 0,-2 1 0,1-1 0,0 0 0,-1 1 0,1-1 0,0 0 0,-1 0 0,1 0 0,-1 0 0,1 1 0,-1-1 0,0 0 0,1 0 0,-1 0 0,0 0 0,1-1 0,0-5 0,0 0 0,-1 1 0,0-1 0,0-9 0,-12-63 0,-4 0 0,-36-108 0,30 110 0,15 55 0,-9-34 0,-12-74 0,27 129 0,1 1 0,0-1 0,0 0 0,0 0 0,0 1 0,0-1 0,1 0 0,-1 0 0,0 1 0,0-1 0,0 0 0,1 0 0,-1 1 0,0-1 0,1 0 0,-1 1 0,0-1 0,1 0 0,-1 1 0,1-1 0,-1 1 0,1-1 0,-1 1 0,1-1 0,0 1 0,-1-1 0,1 1 0,0-1 0,-1 1 0,1 0 0,0 0 0,-1-1 0,1 1 0,0 0 0,0 0 0,-1 0 0,2-1 0,35 1 0,-26 1 0,23-1 0,-1-1 0,64-11 0,-82 9 0,-1 0 0,0-1 0,0-1 0,0 0 0,0-1 0,-1 0 0,0-1 0,0-1 0,15-11 0,-15 5 0,0-1 0,-1 0 0,-1 0 0,0-1 0,-1-1 0,15-34 0,-4 10 0,185-326 0,-204 364 0,-1 0 0,0 0 0,1 0 0,-2-1 0,1 1 0,0 0 0,-1 0 0,1-1 0,-1 1 0,0 0 0,0-1 0,0 1 0,0 0 0,-1-1 0,0 1 0,-1-6 0,-3-3 0,0 0 0,0 0 0,-9-12 0,-7-19 0,8 15 0,-2 0 0,-1 0 0,-34-43 0,14 20 0,-45-52 0,95 113 0,13 19 0,-1 1 0,-2 1 0,-1 1 0,26 49 0,64 152 0,-65-127 0,-15-43 0,2 0 0,4-3 0,1-1 0,92 101 0,-35-61 0,169 134 0,-193-178 0,27 22 0,-99-76 0,-1 0 0,1 0 0,0 0 0,0-1 0,-1 1 0,1 0 0,0-1 0,0 1 0,0-1 0,0 1 0,0-1 0,0 1 0,0-1 0,0 0 0,0 1 0,0-1 0,0 0 0,0 0 0,0 0 0,1 0 0,-1 0 0,0 0 0,0 0 0,0 0 0,0 0 0,1-1 0,0 0 0,-1 0 0,0 0 0,0 0 0,0 0 0,0 0 0,0 0 0,0 0 0,-1-1 0,1 1 0,0 0 0,0-1 0,-1 1 0,1-1 0,-1 1 0,0-1 0,1-1 0,1-9 0,0 0 0,-1 0 0,-1-18 0,-1 11 0,-1 1 0,0-1 0,-2 1 0,0 0 0,-8-21 0,-40-88 0,34 87 0,-19-46 0,-4 2 0,-72-112 0,-19-25 0,-11-15 0,129 216 0,-1 0 0,-1 2 0,0 0 0,-2 0 0,0 2 0,-1 0 0,-30-18 0,31 23 0,0 1 0,-1 1 0,0 1 0,-1 1 0,0 1 0,0 0 0,-1 1 0,-40-3 0,35 6 0,-46 2 0,71 0 0,1 0 0,0 0 0,-1 0 0,1 0 0,0 0 0,-1 0 0,1 0 0,0 0 0,-1 0 0,1 0 0,-1 0 0,1 0 0,0 0 0,-1 0 0,1 0 0,0 0 0,-1 0 0,1 1 0,0-1 0,-1 0 0,1 0 0,0 0 0,-1 0 0,1 1 0,0-1 0,-1 0 0,1 0 0,0 1 0,0-1 0,-1 0 0,1 1 0,0-1 0,0 0 0,0 1 0,0-1 0,-1 0 0,1 1 0,0-1 0,0 0 0,0 1 0,0-1 0,0 0 0,0 1 0,0-1 0,0 1 0,0-1 0,0 0 0,0 1 0,0-1 0,0 0 0,0 1 0,0-1 0,0 1 0,1-1 0,-1 1 0,17 18 0,173 153 0,-174-158 0,1-2 0,0 0 0,1-1 0,35 16 0,84 25 0,-69-28 0,67 29 0,168 90 0,59 44 0,-164-87 0,-143-72 0,-1 3 0,80 60 0,-118-75 0,6 5 0,-22-21 0,0 0 0,0 0 0,0 0 0,0-1 0,1 1 0,-1 0 0,0 0 0,0 0 0,0 0 0,0 0 0,0 0 0,0 0 0,0 0 0,0 0 0,0 0 0,0 0 0,0 0 0,0 0 0,0 0 0,0 0 0,0 0 0,0 0 0,0 0 0,0 0 0,0 0 0,1 0 0,-1 0 0,0 0 0,0 0 0,0 0 0,0 0 0,0 0 0,0 0 0,0 0 0,0 0 0,0 0 0,0 0 0,0 0 0,0 0 0,0 0 0,0 0 0,1 0 0,-1 0 0,0 0 0,0 0 0,0 0 0,0 0 0,0 0 0,0 0 0,0 0 0,0 0 0,0 0 0,0 0 0,0 0 0,0 0 0,0 0 0,0 0 0,0 0 0,0 1 0,-7-15 0,-17-20 0,-1 1 0,-48-47 0,-70-53 0,-47-50 0,-28-97 0,0 1 0,35 102 0,0 0 0,119 104 0,3-2 0,-87-142 0,133 187 0,15 29 0,0 1 0,0 0 0,-1 0 0,1-1 0,0 1 0,0-1 0,0 1 0,0 0 0,0-1 0,-1 1 0,1 0 0,0-1 0,0 1 0,0 0 0,0-1 0,0 1 0,0-1 0,0 1 0,0 0 0,0-1 0,0 1 0,1-1 0,-1 1 0,0 0 0,0-1 0,0 1 0,0 0 0,0-1 0,1 1 0,-1 0 0,0-1 0,0 1 0,1 0 0,-1 0 0,0-1 0,0 1 0,1-1 0,14 7 0,0 4 0,0 1 0,-1 1 0,20 21 0,36 47 0,-54-60 0,22 31-1365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44.31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1009 1678 24575,'339'0'0,"-338"0"0,0 0 0,1 1 0,-1-1 0,0 0 0,0 0 0,0-1 0,0 1 0,1 0 0,-1 0 0,0-1 0,0 1 0,0 0 0,0-1 0,2 0 0,-3 0 0,0 1 0,-1 0 0,1-1 0,0 1 0,0 0 0,0-1 0,0 1 0,-1-1 0,1 1 0,0 0 0,0 0 0,-1-1 0,1 1 0,0 0 0,0-1 0,-1 1 0,1 0 0,0 0 0,-1-1 0,1 1 0,-1 0 0,1 0 0,0 0 0,-1 0 0,0-1 0,-36-12 0,-277-45 0,-4 28 0,209 26 0,54 3 0,-59-9 0,100 9 0,12 2 0,0-1 0,0 0 0,0 0 0,0-1 0,0 1 0,0 0 0,0-1 0,0 1 0,0-1 0,0 1 0,-2-2 0,3 1 0,1 1 0,0-1 0,0 0 0,0 1 0,0-1 0,0 0 0,0 1 0,0-1 0,0 1 0,0-1 0,0 0 0,0 1 0,0-1 0,1 0 0,-1 1 0,0-1 0,0 1 0,1-1 0,-1 1 0,0-1 0,1 0 0,-1 1 0,1-1 0,-1 1 0,1 0 0,-1-1 0,1 0 0,14-14 0,57-39 0,-48 37 0,-1 0 0,21-22 0,15-25 0,85-124 0,-90 113 0,90-97 0,-127 155 0,0-1 0,-2 0 0,0 0 0,0-2 0,-2 0 0,-1-1 0,18-38 0,-12 14 0,16-65 0,-30 94 0,-1 1 0,-1-1 0,0 0 0,-1-1 0,-1 1 0,0 0 0,-1 0 0,-4-20 0,2 26 0,0 1 0,0 0 0,-1 0 0,0 0 0,-1 0 0,0 1 0,0-1 0,-1 1 0,0 1 0,-1-1 0,1 1 0,-1 0 0,-1 1 0,1-1 0,-1 1 0,-10-5 0,-6-3 0,0 2 0,0 0 0,-2 2 0,-42-12 0,65 21 0,1 1 0,0-1 0,-1 1 0,1-1 0,-1 1 0,1 0 0,-1 0 0,0 0 0,1 0 0,-1 0 0,1 1 0,-4 0 0,5 0 0,1-1 0,-1 1 0,0-1 0,0 1 0,1-1 0,-1 1 0,0 0 0,1 0 0,-1-1 0,0 1 0,1 0 0,-1 0 0,1-1 0,-1 1 0,1 0 0,0 0 0,-1 0 0,1 0 0,0 0 0,0 0 0,0 0 0,-1 0 0,1 0 0,0 0 0,0 0 0,0-1 0,0 1 0,1 0 0,-1 0 0,0 0 0,0 0 0,1 0 0,-1 0 0,0 0 0,1 0 0,0 0 0,2 5 0,0 0 0,0-1 0,1 0 0,0 0 0,0 0 0,0 0 0,1-1 0,-1 0 0,1 0 0,0 0 0,6 4 0,2 1 0,130 95 0,52 43 0,-150-112 0,2-2 0,0-1 0,3-3 0,84 38 0,-17-20 0,122 31 0,-115-45 0,201 25 0,128-18 0,-435-39 0,-11-2 0,0 1 0,0 1 0,0 0 0,0 0 0,0 0 0,0 0 0,0 1 0,-1 1 0,11 3 0,-17-5 0,1-1 0,0 1 0,-1-1 0,1 1 0,0 0 0,-1-1 0,1 1 0,-1 0 0,1-1 0,-1 1 0,1 0 0,-1 0 0,1-1 0,-1 1 0,0 0 0,0 0 0,1 0 0,-1 0 0,0-1 0,0 1 0,0 0 0,0 0 0,0 0 0,0 0 0,0 0 0,0 0 0,0-1 0,0 1 0,-1 2 0,-12 24 0,9-20 0,-83 176 0,86-181 0,0 0 0,1 0 0,-1 0 0,0 0 0,0 0 0,0 0 0,-1 0 0,1-1 0,0 1 0,-1 0 0,1-1 0,-1 1 0,0-1 0,0 1 0,1-1 0,-1 0 0,0 0 0,-3 2 0,2-3 0,0 1 0,-1-1 0,1 1 0,0-1 0,-1 0 0,1 0 0,-1-1 0,1 1 0,0-1 0,-1 1 0,1-1 0,-4-2 0,-13-4 0,0-1 0,1-1 0,0-1 0,1-1 0,-32-23 0,-82-80 0,117 101 0,-248-252-171,15-14-178,-109-116 34,338 375 315,6 6 0,-1 0 0,0 1 0,-1 0 0,0 1 0,-20-12 0,35 24 5,-1 0-1,1-1 1,-1 1 0,1 0-1,-1-1 1,1 1-1,-1 0 1,0 0-1,1-1 1,-1 1 0,1 0-1,-1 0 1,0 0-1,1 0 1,-1 0 0,0 0-1,1 0 1,-1 0-1,1 0 1,-1 0-1,0 0 1,1 0 0,-1 0-1,1 1 1,-1-1-1,0 0 1,1 0 0,-1 1-1,1-1 1,-1 0-1,1 1 1,-1-1-1,1 1 1,-1-1 0,1 1-1,0-1 1,-1 1-1,1-1 1,0 1 0,-1-1-1,1 1 1,0-1-1,-1 1 1,1-1-1,0 1 1,0 0 0,0 0-1,-3 33 423,3-31-378,3 45 9,2 1 0,13 49 0,-7-42-76,3 62 1,-13-75 17,-2 0 0,-2 0 0,-12 60 0,-38 122 0,46-199 0,-198 614-618,18-125 0,15-37 71,166-462 534,5-12 27,0 0 0,0-1 0,-1 1-1,0 0 1,0 0 0,0-1-1,-4 7 1,5-12 33,1 1-1,-1 0 0,0-1 1,1 1-1,-1-1 0,1 1 1,0-1-1,-1 1 0,1-1 1,0 1-1,0-1 0,0 1 1,0-3-1,3-99 280,-1 53-148,-1 0 0,-3 0-1,-13-83 1,11 114-178,2 9 0,0 0 0,0 0 0,-1 1 0,-6-14 0,8 20 0,0 1 0,0 0 0,-1 0 0,1 0 0,-1 0 0,0 0 0,1 0 0,-1 0 0,0 0 0,0 1 0,0-1 0,0 1 0,-1-1 0,1 1 0,0 0 0,0 0 0,-1 0 0,1 0 0,-1 0 0,1 0 0,-1 1 0,-2-1 0,-20-1 0,-41 3 0,38 0 0,-29-2 0,-210-36 0,89 7 0,122 20 0,53 10 0,1-1 0,-1 0 0,0 0 0,1 0 0,-1 0 0,0 0 0,1 0 0,0-1 0,-1 1 0,1-1 0,0 1 0,-1-1 0,1 0 0,0 0 0,0 0 0,1 0 0,-1 0 0,0-1 0,1 1 0,-1-1 0,1 1 0,0-1 0,0 1 0,0-1 0,0 1 0,0-1 0,0 0 0,1-3 0,-1 5 0,1 1 0,0 0 0,0-1 0,0 1 0,0 0 0,0-1 0,0 1 0,0-1 0,0 1 0,0 0 0,0-1 0,0 1 0,0 0 0,0-1 0,0 1 0,0-1 0,0 1 0,0 0 0,0-1 0,0 1 0,0 0 0,1-1 0,-1 1 0,0 0 0,0-1 0,0 1 0,1 0 0,-1 0 0,0-1 0,1 1 0,10 3 0,13 15 0,8 18 0,-3 2 0,0 2 0,35 66 0,-19-31 0,-27-45 0,-2 0 0,0 1 0,-3 1 0,0 0 0,-2 1 0,13 66 0,-21-82 0,-1-12 0,-1 0 0,0 0 0,0 0 0,-1 0 0,0 9 0,0-14 0,0 0 0,0 1 0,0-1 0,0 0 0,0 0 0,0 1 0,0-1 0,0 0 0,0 1 0,0-1 0,-1 0 0,1 0 0,0 1 0,0-1 0,0 0 0,0 0 0,-1 1 0,1-1 0,0 0 0,0 0 0,0 0 0,-1 1 0,1-1 0,0 0 0,0 0 0,-1 0 0,1 0 0,0 0 0,0 0 0,-1 1 0,1-1 0,0 0 0,-1 0 0,1 0 0,0 0 0,0 0 0,-1 0 0,1 0 0,0 0 0,-1 0 0,1 0 0,0 0 0,0 0 0,-1-1 0,1 1 0,0 0 0,-1 0 0,1 0 0,0 0 0,0 0 0,-1-1 0,1 1 0,0 0 0,0 0 0,-1-1 0,-14-12 0,2-1 0,1-1 0,1 0 0,1-1 0,0-1 0,1 1 0,1-2 0,-9-23 0,-32-135 0,43 151 0,-11-60 0,12 51 0,-2 1 0,-12-34 0,19 66 0,0 1 0,0 0 0,0 0 0,0 0 0,0-1 0,0 1 0,0 0 0,0 0 0,0 0 0,0 0 0,0-1 0,0 1 0,0 0 0,0 0 0,0 0 0,0-1 0,0 1 0,0 0 0,-1 0 0,1 0 0,0 0 0,0 0 0,0-1 0,0 1 0,0 0 0,-1 0 0,1 0 0,0 0 0,0 0 0,0 0 0,0 0 0,-1 0 0,1 0 0,0-1 0,0 1 0,0 0 0,-1 0 0,1 0 0,0 0 0,0 0 0,0 0 0,0 0 0,-1 0 0,1 0 0,0 1 0,-5 9 0,-1 19 0,-1 16 0,3 0 0,2 78 0,4-94 0,1-1 0,1 0 0,2 0 0,1 0 0,15 41 0,-9-37 0,-1 0 0,-2 1 0,-2 0 0,8 51 0,4 254 0,-17-259 0,-3-77 0,0 5 0,1-1 0,-1 1 0,1 0 0,0 0 0,3 8 0,-3-14 0,-1 1 0,1-1 0,0 0 0,-1 1 0,1-1 0,0 0 0,0 0 0,0 0 0,0 0 0,0 0 0,0 0 0,0 0 0,0 0 0,0 0 0,1 0 0,-1 0 0,0-1 0,1 1 0,-1 0 0,0-1 0,1 1 0,-1-1 0,0 0 0,1 0 0,-1 1 0,1-1 0,-1 0 0,1 0 0,-1 0 0,2-1 0,6 2 0,0-2 0,-1 1 0,1-1 0,-1-1 0,1 0 0,-1 0 0,0 0 0,0-1 0,0 0 0,0-1 0,0 0 0,0 0 0,6-6 0,-8 6 0,0 0 0,0 1 0,1-1 0,-1 1 0,1 1 0,0-1 0,0 1 0,0 0 0,0 1 0,13-2 0,7 2 0,43 2 0,-18 1 0,131-14 0,-122 5 0,109 3 0,-157 5 0,0 1 0,0 1 0,0 0 0,-1 0 0,1 2 0,-1-1 0,0 2 0,0-1 0,12 9 0,-24-14 0,0 0 0,1 0 0,-1 1 0,0-1 0,0 0 0,0 0 0,1 0 0,-1 0 0,0 0 0,0 0 0,0 1 0,0-1 0,1 0 0,-1 0 0,0 0 0,0 0 0,0 1 0,0-1 0,0 0 0,0 0 0,1 1 0,-1-1 0,0 0 0,0 0 0,0 0 0,0 1 0,0-1 0,0 0 0,0 0 0,0 1 0,0-1 0,0 0 0,0 0 0,0 1 0,0-1 0,0 0 0,0 1 0,-10 3 0,-15-2 0,24-2 0,-20 1 0,-9 0 0,0-1 0,-50-6 0,72 4 0,1 0 0,0-1 0,1 0 0,-1 0 0,0-1 0,1 0 0,0 0 0,0-1 0,-10-9 0,8 7 0,-1 0 0,0 1 0,-13-8 0,20 13 0,0-1 0,0 1 0,0-1 0,0 1 0,1-1 0,-1 0 0,1 0 0,-1 0 0,1 0 0,-1 0 0,1 0 0,0 0 0,0 0 0,0-1 0,0 1 0,1 0 0,-1-1 0,1 1 0,-1 0 0,1-5 0,-1-6 0,0 0 0,3-21 0,-1 27 0,16-135 0,3-44 0,-9 70 0,-12 595 0,2-467 0,0 0 0,0 0 0,1 0 0,0 0 0,1 0 0,1 0 0,0-1 0,1 0 0,0 0 0,0 0 0,14 20 0,-17-29 17,0 0 0,0 0 0,0 0 1,0 0-1,0 0 0,1 0 0,-1-1 0,1 1 0,-1-1 0,1 1 0,0-1 0,-1 0 0,1 0 0,0 0 0,0-1 0,0 1 0,-1 0 0,1-1 1,4 0-1,2 0-359,1-1 1,-1 0 0,0 0-1,16-5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52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1 110 24575,'7'-2'0,"1"1"0,-1-1 0,1 0 0,-1-1 0,0 1 0,12-8 0,-10 6 0,12-4 0,0 1 0,29-7 0,24-7 0,-51 13 0,0 1 0,0 2 0,0 0 0,41-2 0,96 6 0,-93 2 0,-53-1 0,1 0 0,0 1 0,0 1 0,0 0 0,18 6 0,-29-7 0,1 1 0,-1 0 0,0 0 0,0 0 0,-1 0 0,1 0 0,0 1 0,-1 0 0,1 0 0,-1 0 0,0 0 0,0 0 0,0 1 0,-1-1 0,1 1 0,-1 0 0,0-1 0,0 1 0,0 0 0,0 1 0,-1-1 0,2 6 0,1 17 0,0-1 0,-3 1 0,0 0 0,-4 40 0,0 1 0,3 204 0,-1-261 0,0-1 0,-1 0 0,0 0 0,0 0 0,-1 0 0,-1 0 0,0 0 0,0-1 0,-10 18 0,-8 6 0,-30 37 0,46-62 0,-3 3 0,-1 0 0,0 0 0,-1-1 0,0-1 0,-1 0 0,0 0 0,0-1 0,-24 11 0,23-11 0,1 0 0,-1 0 0,2 1 0,-1 1 0,1 0 0,0 0 0,1 1 0,-13 18 0,18-23 0,-1 0 0,-1-1 0,1 1 0,-1-1 0,0-1 0,0 1 0,0-1 0,-1-1 0,0 1 0,1-1 0,-1-1 0,0 1 0,0-1 0,-10 1 0,-8 0 0,0-1 0,-44-1 0,43-2 0,161-12 0,-19 0 0,-39 2 0,-58 8 0,-1 0 0,1 1 0,-1 1 0,22 0 0,-18 4 0,0 0 0,0 1 0,0 0 0,38 16 0,-28-7 0,-1 2 0,41 27 0,-53-30 0,149 106 0,-150-104 0,-1 0 0,0 2 0,-2-1 0,0 2 0,0 0 0,-2 1 0,15 27 0,-21-32 0,-1 1 0,0 0 0,-1 0 0,0 0 0,-2 1 0,0-1 0,0 1 0,-1 0 0,-1-1 0,0 1 0,-1 0 0,-1-1 0,0 1 0,-5 13 0,-2 5 0,-1-1 0,-2 0 0,-2-1 0,-33 57 0,35-70 0,-1-1 0,-1-1 0,-1 0 0,0-1 0,-19 14 0,15-13 0,-4 2 0,0-2 0,-1 0 0,-1-2 0,-32 14 0,-44 25 0,83-41 0,5-5 0,1 1 0,0 0 0,1 1 0,-14 13 0,18-15 0,-1-1 0,0 0 0,0 0 0,-18 9 0,15-9 0,-1 1 0,-17 14 0,-36 37 0,35-29 0,-1-1 0,-1-2 0,-47 29 0,71-51 12,0 0 0,0-1 0,0 0 0,0 0 0,0-1 0,0 0 0,-1 0 0,1-1 0,-10 0 0,12 0-118,1-1 0,-1-1 0,0 1 0,0-1 0,0 0 0,1-1-1,-1 1 1,0-1 0,1 0 0,-1-1 0,1 1 0,0-1 0,-8-5 0,-7-10-6720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54.1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24575,'17'1'0,"-1"0"0,24 6 0,8 0 0,234 36 0,-121-16 0,27 6 0,-146-26 0,0-1 0,54-1 0,85-8 0,-179 3-25,12-1 74,1 0 1,28-7-1,-40 8-106,-1-1 0,1 1-1,-1-1 1,0 0 0,1 0 0,-1 0 0,0 0-1,1 0 1,-1 0 0,0-1 0,0 1-1,0-1 1,0 1 0,0-1 0,0 0-1,-1 0 1,1 0 0,-1 0 0,1 0-1,-1 0 1,0-1 0,1 1 0,-1 0-1,0-1 1,0-1 0,-1-16-6769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55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24575,'0'3'0,"1"-1"0,-1 0 0,0 1 0,1-1 0,-1 0 0,1 1 0,-1-1 0,2 3 0,4 10 0,63 241 0,27 86 0,-92-327 0,15 43 0,19 101 0,-35-140 0,0 1 0,-2-1 0,-1 1 0,0 0 0,-2-1 0,0 1 0,-1-1 0,-1 0 0,-8 26 0,-26 43-1365,28-64-5461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56.3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24575,'5'13'0,"1"19"0,0 22 0,3 15 0,0 18 0,-1 14 0,-2-7 0,-2-1 0,-2-11 0,-2-11 0,1-13 0,-2-12 0,1-9 0,0 3 0,-1-1 0,1-3 0,0-2 0,0-8-8191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3:58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24575,'63'-1'0,"95"4"0,-135-1 0,-1 1 0,1 1 0,-1 1 0,42 16 0,94 50 0,-97-41 0,0-3 0,116 33 0,-148-53-455,1-1 0,46 2 0,-48-8-6371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00.6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0 210 24575,'18'0'0,"19"0"0,39-5 0,-64 4 0,-1-1 0,0 0 0,0-1 0,0-1 0,0 1 0,-1-2 0,19-10 0,84-64 0,-102 71 0,1 1 0,-1 0 0,1 0 0,1 1 0,-1 1 0,19-6 0,-5 5 0,0 0 0,33-2 0,-1-1 0,-40 5 0,-1 1 0,1 1 0,0 1 0,29 1 0,-22 4 0,0 1 0,0 1 0,0 1 0,-1 2 0,0 0 0,-1 2 0,0 0 0,-1 1 0,0 2 0,-1 0 0,0 1 0,-1 1 0,20 22 0,-35-32 0,0 0 0,0 0 0,-1 1 0,1 0 0,-1 0 0,-1 0 0,0 1 0,0-1 0,0 1 0,-1-1 0,0 1 0,0 0 0,-1 0 0,0 0 0,-1 0 0,1 0 0,-1 0 0,-2 12 0,-2 7 0,-1 0 0,-1-1 0,-2 0 0,-11 28 0,9-29 0,-2 0 0,-1 0 0,-1-1 0,-20 26 0,-73 81 0,83-105 0,-1 0 0,-1-2 0,-2-1 0,0-1 0,-1-2 0,-40 23 0,56-36 0,-1-1 0,1 0 0,-1 0 0,0-2 0,-26 6 0,15-5 0,1 2 0,0 0 0,0 2 0,0 0 0,1 2 0,-41 25 0,63-35 0,0-1 0,0 1 0,0 0 0,0-1 0,0 1 0,0 0 0,0 0 0,1-1 0,-1 1 0,0 0 0,0 0 0,1 0 0,-1 0 0,1 0 0,-1 0 0,1 0 0,-1 0 0,1 0 0,0 0 0,-1 2 0,1-2 0,0 0 0,1-1 0,-1 1 0,0 0 0,0 0 0,1-1 0,-1 1 0,1 0 0,-1 0 0,1-1 0,-1 1 0,1 0 0,-1-1 0,1 1 0,-1-1 0,1 1 0,0-1 0,-1 1 0,1-1 0,1 1 0,3 2 0,1-1 0,-1 0 0,0 0 0,1-1 0,-1 1 0,9 0 0,52 2 0,86-6 0,-46 0 0,66-12 0,-18 1 0,-95 12-1365,-35 1-5461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01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 24575,'10'1'0,"-1"-1"0,0 2 0,17 3 0,6 2 0,167 21-196,0-9-1,0-8 0,290-23 0,-201-11 136,508-18-1112,-765 42-4997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02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24575,'20'1'0,"0"1"0,1 1 0,24 7 0,4 1 0,71 4 0,187 0 0,-78-7 0,995 35 0,-928-44-1365,-238 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05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3 24575,'4'3'0,"1"0"0,-1-1 0,0 0 0,1 0 0,0 0 0,-1-1 0,1 1 0,0-1 0,0 0 0,0 0 0,-1-1 0,1 0 0,7 0 0,2 1 0,258 4 0,-1-23 0,-248 17 0,47-5 0,0 2 0,0 4 0,109 14 0,-171-12 0,1-1 0,-1 1 0,1 1 0,-1 0 0,0 0 0,0 0 0,0 1 0,8 5 0,-12-5 0,1-1 0,-1 1 0,0 0 0,0 0 0,-1 0 0,1 0 0,-1 1 0,0-1 0,0 1 0,0 0 0,-1 0 0,1 0 0,2 10 0,-1 3 0,0 0 0,-2 0 0,0 0 0,-1 1 0,-1-1 0,0 0 0,-2 1 0,0-1 0,-1 0 0,0 0 0,-2 0 0,-6 17 0,-13 27 0,-60 112 0,82-169 0,-22 39 0,-2-1 0,-60 77 0,80-113 0,0 0 0,-1 0 0,0-1 0,0 0 0,0 0 0,-1 0 0,1-1 0,-1 0 0,-17 7 0,-17 4 0,-79 19 0,35-13 0,-23 4 0,57-15 0,1 3 0,-62 26 0,93-31 0,1 1 0,-21 13 0,40-23 0,0 0 0,0 0 0,-1 0 0,1 0 0,0 0 0,0 0 0,0 0 0,-1 0 0,1 0 0,0 1 0,0-1 0,0 0 0,0 0 0,-1 0 0,1 0 0,0 0 0,0 0 0,0 1 0,0-1 0,0 0 0,-1 0 0,1 0 0,0 0 0,0 1 0,0-1 0,0 0 0,0 0 0,0 0 0,0 1 0,0-1 0,0 0 0,0 0 0,0 0 0,0 1 0,0-1 0,0 0 0,0 0 0,0 0 0,0 1 0,0-1 0,0 0 0,0 0 0,0 0 0,0 1 0,0-1 0,12 4 0,18-2 0,-29-2 0,16 1 0,0 1 0,0 0 0,-1 2 0,1 0 0,-1 0 0,0 2 0,0 0 0,0 1 0,-1 0 0,0 1 0,0 1 0,-1 1 0,0 0 0,-1 0 0,0 2 0,-1-1 0,21 26 0,-7 0 0,-1 2 0,-2 0 0,-2 2 0,-2 0 0,19 58 0,-21-49 0,-3 2 0,-2-1 0,10 106 0,-17-63 0,-8 129 0,1-205 0,-1 1 0,0-1 0,-2 0 0,0 0 0,-1-1 0,0 1 0,-1-1 0,-2-1 0,1 1 0,-22 28 0,24-38 0,0-1 0,0 0 0,-1 0 0,1-1 0,-1 1 0,-1-2 0,-7 5 0,-59 25 0,38-18 0,-112 46 0,120-52 0,1-2 0,-2-1 0,-43 5 0,64-11-2,0-1 0,0-1 0,0 1 0,0-1 1,0 0-1,0-1 0,-10-3 0,-53-24 101,48 18-824,-28-8 1,29 13-6102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07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24575,'0'9'0,"1"1"0,1-1 0,3 15 0,3 12 0,4 45 0,12 117 0,-22 96 0,-2-278 0,2 19 32,1-1 1,2 0-1,12 47 0,7 45-1526,-21-98-5332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08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 24575,'43'0'0,"153"-3"0,-145-1 0,93-18 0,-96 13 20,-1 2-1,54-2 1,95 8-384,-111 2-696,-52-1-5766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0T15:44:11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8 216 24575,'10'-1'0,"0"1"0,0-1 0,-1-1 0,1 0 0,0-1 0,-1 1 0,1-2 0,-1 1 0,12-8 0,4-3 0,42-34 0,-53 36 0,2 0 0,-1 1 0,1 1 0,0 1 0,1 0 0,1 1 0,23-8 0,10 4 0,1 2 0,83-5 0,-128 15 0,0 0 0,1-1 0,-1 2 0,1-1 0,7 2 0,-12-1 0,0 0 0,0 0 0,0 0 0,-1 0 0,1 0 0,-1 1 0,1-1 0,-1 1 0,1 0 0,-1 0 0,0 0 0,0 0 0,1 0 0,0 2 0,4 6 0,0-1 0,-1 1 0,0 0 0,0 0 0,-1 1 0,-1 0 0,0 0 0,0 0 0,-1 0 0,2 14 0,-3-9 0,-1 0 0,-1 0 0,0 1 0,-1-1 0,-1 0 0,-6 27 0,-1-11 0,-1-1 0,-2 0 0,-1 0 0,-1-2 0,-2 1 0,-34 47 0,34-58 0,-1 0 0,0-1 0,-2-1 0,0-1 0,-1 0 0,0-2 0,-1 0 0,-1-1 0,0-2 0,-29 13 0,37-18 0,0 1 0,1 0 0,-20 16 0,22-16 0,1 1 0,-2-1 0,1-1 0,-1 0 0,-17 6 0,-33 9 0,-64 32 0,123-52 0,1 0 0,-1 1 0,1-1 0,0 1 0,0-1 0,0 1 0,-4 3 0,4 4 0,3-8 0,-1 0 0,1-1 0,-1 1 0,1-1 0,0 1 0,-1-1 0,1 1 0,-1-1 0,1 0 0,0 1 0,-1-1 0,1 0 0,0 1 0,0-1 0,-1 0 0,2 1 0,20 2 0,-1 0 0,1-1 0,-1-1 0,1-1 0,24-3 0,11 1 0,-7 1 0,0 2 0,1 2 0,97 19 0,-84-8 0,-42-11 0,-1 2 0,0 0 0,0 1 0,25 12 0,-31-10 0,-4-2 0,0-1 0,0 0 0,0 0 0,1-1 0,-1 0 0,1-1 0,14 2 0,-24-5-124,-1 0 0,1 0 0,0-1 0,0 1 0,0 0 0,0-1-1,-1 0 1,1 1 0,0-1 0,1-1 0,15-12-6702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20-7-2026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12.png"/><Relationship Id="rId26" Type="http://schemas.openxmlformats.org/officeDocument/2006/relationships/image" Target="../media/image16.png"/><Relationship Id="rId21" Type="http://schemas.openxmlformats.org/officeDocument/2006/relationships/customXml" Target="../ink/ink10.xml"/><Relationship Id="rId34" Type="http://schemas.openxmlformats.org/officeDocument/2006/relationships/image" Target="../media/image20.png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2.png"/><Relationship Id="rId2" Type="http://schemas.openxmlformats.org/officeDocument/2006/relationships/image" Target="../media/image4.png"/><Relationship Id="rId16" Type="http://schemas.openxmlformats.org/officeDocument/2006/relationships/image" Target="../media/image11.png"/><Relationship Id="rId20" Type="http://schemas.openxmlformats.org/officeDocument/2006/relationships/image" Target="../media/image13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24" Type="http://schemas.openxmlformats.org/officeDocument/2006/relationships/image" Target="../media/image15.png"/><Relationship Id="rId32" Type="http://schemas.openxmlformats.org/officeDocument/2006/relationships/image" Target="../media/image19.png"/><Relationship Id="rId37" Type="http://schemas.openxmlformats.org/officeDocument/2006/relationships/customXml" Target="../ink/ink18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7.png"/><Relationship Id="rId36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" Type="http://schemas.openxmlformats.org/officeDocument/2006/relationships/image" Target="../media/image5.png"/><Relationship Id="rId9" Type="http://schemas.openxmlformats.org/officeDocument/2006/relationships/customXml" Target="../ink/ink4.xml"/><Relationship Id="rId14" Type="http://schemas.openxmlformats.org/officeDocument/2006/relationships/image" Target="../media/image10.png"/><Relationship Id="rId22" Type="http://schemas.openxmlformats.org/officeDocument/2006/relationships/image" Target="../media/image14.png"/><Relationship Id="rId27" Type="http://schemas.openxmlformats.org/officeDocument/2006/relationships/customXml" Target="../ink/ink13.xml"/><Relationship Id="rId30" Type="http://schemas.openxmlformats.org/officeDocument/2006/relationships/image" Target="../media/image18.png"/><Relationship Id="rId35" Type="http://schemas.openxmlformats.org/officeDocument/2006/relationships/customXml" Target="../ink/ink17.xml"/><Relationship Id="rId8" Type="http://schemas.openxmlformats.org/officeDocument/2006/relationships/image" Target="../media/image7.png"/><Relationship Id="rId3" Type="http://schemas.openxmlformats.org/officeDocument/2006/relationships/customXml" Target="../ink/ink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0)">
            <a:extLst>
              <a:ext uri="{FF2B5EF4-FFF2-40B4-BE49-F238E27FC236}">
                <a16:creationId xmlns:a16="http://schemas.microsoft.com/office/drawing/2014/main" id="{B76C4699-D10B-21B2-6892-8D57CAD3B29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02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1)">
            <a:extLst>
              <a:ext uri="{FF2B5EF4-FFF2-40B4-BE49-F238E27FC236}">
                <a16:creationId xmlns:a16="http://schemas.microsoft.com/office/drawing/2014/main" id="{3703995D-98EC-B1C5-47BD-5F06F2C312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060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3)">
            <a:extLst>
              <a:ext uri="{FF2B5EF4-FFF2-40B4-BE49-F238E27FC236}">
                <a16:creationId xmlns:a16="http://schemas.microsoft.com/office/drawing/2014/main" id="{32AEFC23-76CC-327D-C09A-86F2E0F3546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0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4)">
            <a:extLst>
              <a:ext uri="{FF2B5EF4-FFF2-40B4-BE49-F238E27FC236}">
                <a16:creationId xmlns:a16="http://schemas.microsoft.com/office/drawing/2014/main" id="{F545FFFC-DB36-FB14-97A6-64C41F2B1F6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grpSp>
        <p:nvGrpSpPr>
          <p:cNvPr id="6" name="Groep 5">
            <a:extLst>
              <a:ext uri="{FF2B5EF4-FFF2-40B4-BE49-F238E27FC236}">
                <a16:creationId xmlns:a16="http://schemas.microsoft.com/office/drawing/2014/main" id="{2A6BFAF5-D803-CAED-D732-673866AB1D0D}"/>
              </a:ext>
            </a:extLst>
          </p:cNvPr>
          <p:cNvGrpSpPr/>
          <p:nvPr/>
        </p:nvGrpSpPr>
        <p:grpSpPr>
          <a:xfrm>
            <a:off x="7313417" y="5143920"/>
            <a:ext cx="1221840" cy="550800"/>
            <a:chOff x="7313417" y="5143920"/>
            <a:chExt cx="1221840" cy="55080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">
              <p14:nvContentPartPr>
                <p14:cNvPr id="2" name="Inkt 1">
                  <a:extLst>
                    <a:ext uri="{FF2B5EF4-FFF2-40B4-BE49-F238E27FC236}">
                      <a16:creationId xmlns:a16="http://schemas.microsoft.com/office/drawing/2014/main" id="{5F146A6C-8E9B-6DF6-19A3-27E1AA18520E}"/>
                    </a:ext>
                  </a:extLst>
                </p14:cNvPr>
                <p14:cNvContentPartPr/>
                <p14:nvPr/>
              </p14:nvContentPartPr>
              <p14:xfrm>
                <a:off x="7685297" y="5268480"/>
                <a:ext cx="360" cy="360"/>
              </p14:xfrm>
            </p:contentPart>
          </mc:Choice>
          <mc:Fallback>
            <p:pic>
              <p:nvPicPr>
                <p:cNvPr id="2" name="Inkt 1">
                  <a:extLst>
                    <a:ext uri="{FF2B5EF4-FFF2-40B4-BE49-F238E27FC236}">
                      <a16:creationId xmlns:a16="http://schemas.microsoft.com/office/drawing/2014/main" id="{5F146A6C-8E9B-6DF6-19A3-27E1AA18520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676297" y="5214840"/>
                  <a:ext cx="180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">
              <p14:nvContentPartPr>
                <p14:cNvPr id="4" name="Inkt 3">
                  <a:extLst>
                    <a:ext uri="{FF2B5EF4-FFF2-40B4-BE49-F238E27FC236}">
                      <a16:creationId xmlns:a16="http://schemas.microsoft.com/office/drawing/2014/main" id="{43AD1085-E4BC-3A0C-57F9-9EB85C64D9F6}"/>
                    </a:ext>
                  </a:extLst>
                </p14:cNvPr>
                <p14:cNvContentPartPr/>
                <p14:nvPr/>
              </p14:nvContentPartPr>
              <p14:xfrm>
                <a:off x="7342217" y="5143920"/>
                <a:ext cx="500400" cy="533160"/>
              </p14:xfrm>
            </p:contentPart>
          </mc:Choice>
          <mc:Fallback>
            <p:pic>
              <p:nvPicPr>
                <p:cNvPr id="4" name="Inkt 3">
                  <a:extLst>
                    <a:ext uri="{FF2B5EF4-FFF2-40B4-BE49-F238E27FC236}">
                      <a16:creationId xmlns:a16="http://schemas.microsoft.com/office/drawing/2014/main" id="{43AD1085-E4BC-3A0C-57F9-9EB85C64D9F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333217" y="5089920"/>
                  <a:ext cx="518040" cy="64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">
              <p14:nvContentPartPr>
                <p14:cNvPr id="5" name="Inkt 4">
                  <a:extLst>
                    <a:ext uri="{FF2B5EF4-FFF2-40B4-BE49-F238E27FC236}">
                      <a16:creationId xmlns:a16="http://schemas.microsoft.com/office/drawing/2014/main" id="{C19B7DC6-D40D-2190-8BD3-E8F7D494A6FC}"/>
                    </a:ext>
                  </a:extLst>
                </p14:cNvPr>
                <p14:cNvContentPartPr/>
                <p14:nvPr/>
              </p14:nvContentPartPr>
              <p14:xfrm>
                <a:off x="7313417" y="5429760"/>
                <a:ext cx="1221840" cy="264960"/>
              </p14:xfrm>
            </p:contentPart>
          </mc:Choice>
          <mc:Fallback>
            <p:pic>
              <p:nvPicPr>
                <p:cNvPr id="5" name="Inkt 4">
                  <a:extLst>
                    <a:ext uri="{FF2B5EF4-FFF2-40B4-BE49-F238E27FC236}">
                      <a16:creationId xmlns:a16="http://schemas.microsoft.com/office/drawing/2014/main" id="{C19B7DC6-D40D-2190-8BD3-E8F7D494A6F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04417" y="5376120"/>
                  <a:ext cx="1239480" cy="37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Inkt 7">
                <a:extLst>
                  <a:ext uri="{FF2B5EF4-FFF2-40B4-BE49-F238E27FC236}">
                    <a16:creationId xmlns:a16="http://schemas.microsoft.com/office/drawing/2014/main" id="{4776C71F-D59E-A162-3C8B-787ACD8760A9}"/>
                  </a:ext>
                </a:extLst>
              </p14:cNvPr>
              <p14:cNvContentPartPr/>
              <p14:nvPr/>
            </p14:nvContentPartPr>
            <p14:xfrm>
              <a:off x="6462737" y="4006680"/>
              <a:ext cx="2205720" cy="1595160"/>
            </p14:xfrm>
          </p:contentPart>
        </mc:Choice>
        <mc:Fallback>
          <p:pic>
            <p:nvPicPr>
              <p:cNvPr id="8" name="Inkt 7">
                <a:extLst>
                  <a:ext uri="{FF2B5EF4-FFF2-40B4-BE49-F238E27FC236}">
                    <a16:creationId xmlns:a16="http://schemas.microsoft.com/office/drawing/2014/main" id="{4776C71F-D59E-A162-3C8B-787ACD8760A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00097" y="3944040"/>
                <a:ext cx="2331360" cy="17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Inkt 8">
                <a:extLst>
                  <a:ext uri="{FF2B5EF4-FFF2-40B4-BE49-F238E27FC236}">
                    <a16:creationId xmlns:a16="http://schemas.microsoft.com/office/drawing/2014/main" id="{2A4B74A0-EE7E-58C5-D219-E1C095D54424}"/>
                  </a:ext>
                </a:extLst>
              </p14:cNvPr>
              <p14:cNvContentPartPr/>
              <p14:nvPr/>
            </p14:nvContentPartPr>
            <p14:xfrm>
              <a:off x="6736420" y="4119520"/>
              <a:ext cx="862920" cy="934920"/>
            </p14:xfrm>
          </p:contentPart>
        </mc:Choice>
        <mc:Fallback>
          <p:pic>
            <p:nvPicPr>
              <p:cNvPr id="9" name="Inkt 8">
                <a:extLst>
                  <a:ext uri="{FF2B5EF4-FFF2-40B4-BE49-F238E27FC236}">
                    <a16:creationId xmlns:a16="http://schemas.microsoft.com/office/drawing/2014/main" id="{2A4B74A0-EE7E-58C5-D219-E1C095D5442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673420" y="4056520"/>
                <a:ext cx="988560" cy="106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0" name="Inkt 9">
                <a:extLst>
                  <a:ext uri="{FF2B5EF4-FFF2-40B4-BE49-F238E27FC236}">
                    <a16:creationId xmlns:a16="http://schemas.microsoft.com/office/drawing/2014/main" id="{6CDEDEFB-2C46-6B57-B3EB-2E3E73352139}"/>
                  </a:ext>
                </a:extLst>
              </p14:cNvPr>
              <p14:cNvContentPartPr/>
              <p14:nvPr/>
            </p14:nvContentPartPr>
            <p14:xfrm>
              <a:off x="7460020" y="4403920"/>
              <a:ext cx="1053720" cy="1136160"/>
            </p14:xfrm>
          </p:contentPart>
        </mc:Choice>
        <mc:Fallback>
          <p:pic>
            <p:nvPicPr>
              <p:cNvPr id="10" name="Inkt 9">
                <a:extLst>
                  <a:ext uri="{FF2B5EF4-FFF2-40B4-BE49-F238E27FC236}">
                    <a16:creationId xmlns:a16="http://schemas.microsoft.com/office/drawing/2014/main" id="{6CDEDEFB-2C46-6B57-B3EB-2E3E7335213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397380" y="4341280"/>
                <a:ext cx="1179360" cy="126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ep 26">
            <a:extLst>
              <a:ext uri="{FF2B5EF4-FFF2-40B4-BE49-F238E27FC236}">
                <a16:creationId xmlns:a16="http://schemas.microsoft.com/office/drawing/2014/main" id="{53206D70-2FAD-4358-1E9E-5DA62A6E38B7}"/>
              </a:ext>
            </a:extLst>
          </p:cNvPr>
          <p:cNvGrpSpPr/>
          <p:nvPr/>
        </p:nvGrpSpPr>
        <p:grpSpPr>
          <a:xfrm>
            <a:off x="6583453" y="4408162"/>
            <a:ext cx="4615200" cy="1233720"/>
            <a:chOff x="6583453" y="4408162"/>
            <a:chExt cx="4615200" cy="123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t 10">
                  <a:extLst>
                    <a:ext uri="{FF2B5EF4-FFF2-40B4-BE49-F238E27FC236}">
                      <a16:creationId xmlns:a16="http://schemas.microsoft.com/office/drawing/2014/main" id="{13A21E87-78F2-678A-FBB3-051551423C27}"/>
                    </a:ext>
                  </a:extLst>
                </p14:cNvPr>
                <p14:cNvContentPartPr/>
                <p14:nvPr/>
              </p14:nvContentPartPr>
              <p14:xfrm>
                <a:off x="6583453" y="4474762"/>
                <a:ext cx="445320" cy="907560"/>
              </p14:xfrm>
            </p:contentPart>
          </mc:Choice>
          <mc:Fallback>
            <p:pic>
              <p:nvPicPr>
                <p:cNvPr id="11" name="Inkt 10">
                  <a:extLst>
                    <a:ext uri="{FF2B5EF4-FFF2-40B4-BE49-F238E27FC236}">
                      <a16:creationId xmlns:a16="http://schemas.microsoft.com/office/drawing/2014/main" id="{13A21E87-78F2-678A-FBB3-051551423C2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577333" y="4468642"/>
                  <a:ext cx="457560" cy="9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t 11">
                  <a:extLst>
                    <a:ext uri="{FF2B5EF4-FFF2-40B4-BE49-F238E27FC236}">
                      <a16:creationId xmlns:a16="http://schemas.microsoft.com/office/drawing/2014/main" id="{A96AFFB5-5153-6F27-A052-12C1CE7C10FD}"/>
                    </a:ext>
                  </a:extLst>
                </p14:cNvPr>
                <p14:cNvContentPartPr/>
                <p14:nvPr/>
              </p14:nvContentPartPr>
              <p14:xfrm>
                <a:off x="7218853" y="4822162"/>
                <a:ext cx="445320" cy="49680"/>
              </p14:xfrm>
            </p:contentPart>
          </mc:Choice>
          <mc:Fallback>
            <p:pic>
              <p:nvPicPr>
                <p:cNvPr id="12" name="Inkt 11">
                  <a:extLst>
                    <a:ext uri="{FF2B5EF4-FFF2-40B4-BE49-F238E27FC236}">
                      <a16:creationId xmlns:a16="http://schemas.microsoft.com/office/drawing/2014/main" id="{A96AFFB5-5153-6F27-A052-12C1CE7C10F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12733" y="4816042"/>
                  <a:ext cx="4575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t 12">
                  <a:extLst>
                    <a:ext uri="{FF2B5EF4-FFF2-40B4-BE49-F238E27FC236}">
                      <a16:creationId xmlns:a16="http://schemas.microsoft.com/office/drawing/2014/main" id="{E4DF5374-013D-F45C-2BB8-163683F36F8D}"/>
                    </a:ext>
                  </a:extLst>
                </p14:cNvPr>
                <p14:cNvContentPartPr/>
                <p14:nvPr/>
              </p14:nvContentPartPr>
              <p14:xfrm>
                <a:off x="7507573" y="4600762"/>
                <a:ext cx="88200" cy="432720"/>
              </p14:xfrm>
            </p:contentPart>
          </mc:Choice>
          <mc:Fallback>
            <p:pic>
              <p:nvPicPr>
                <p:cNvPr id="13" name="Inkt 12">
                  <a:extLst>
                    <a:ext uri="{FF2B5EF4-FFF2-40B4-BE49-F238E27FC236}">
                      <a16:creationId xmlns:a16="http://schemas.microsoft.com/office/drawing/2014/main" id="{E4DF5374-013D-F45C-2BB8-163683F36F8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501453" y="4594642"/>
                  <a:ext cx="10044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t 13">
                  <a:extLst>
                    <a:ext uri="{FF2B5EF4-FFF2-40B4-BE49-F238E27FC236}">
                      <a16:creationId xmlns:a16="http://schemas.microsoft.com/office/drawing/2014/main" id="{B4DA2A6E-BEC7-A16D-653A-D821968C2472}"/>
                    </a:ext>
                  </a:extLst>
                </p14:cNvPr>
                <p14:cNvContentPartPr/>
                <p14:nvPr/>
              </p14:nvContentPartPr>
              <p14:xfrm>
                <a:off x="8094733" y="4408162"/>
                <a:ext cx="20160" cy="365040"/>
              </p14:xfrm>
            </p:contentPart>
          </mc:Choice>
          <mc:Fallback>
            <p:pic>
              <p:nvPicPr>
                <p:cNvPr id="14" name="Inkt 13">
                  <a:extLst>
                    <a:ext uri="{FF2B5EF4-FFF2-40B4-BE49-F238E27FC236}">
                      <a16:creationId xmlns:a16="http://schemas.microsoft.com/office/drawing/2014/main" id="{B4DA2A6E-BEC7-A16D-653A-D821968C247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088613" y="4402042"/>
                  <a:ext cx="3240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t 15">
                  <a:extLst>
                    <a:ext uri="{FF2B5EF4-FFF2-40B4-BE49-F238E27FC236}">
                      <a16:creationId xmlns:a16="http://schemas.microsoft.com/office/drawing/2014/main" id="{3271ABFF-C01D-7AA8-3B76-6245012924C9}"/>
                    </a:ext>
                  </a:extLst>
                </p14:cNvPr>
                <p14:cNvContentPartPr/>
                <p14:nvPr/>
              </p14:nvContentPartPr>
              <p14:xfrm>
                <a:off x="7988893" y="4956442"/>
                <a:ext cx="358560" cy="89280"/>
              </p14:xfrm>
            </p:contentPart>
          </mc:Choice>
          <mc:Fallback>
            <p:pic>
              <p:nvPicPr>
                <p:cNvPr id="16" name="Inkt 15">
                  <a:extLst>
                    <a:ext uri="{FF2B5EF4-FFF2-40B4-BE49-F238E27FC236}">
                      <a16:creationId xmlns:a16="http://schemas.microsoft.com/office/drawing/2014/main" id="{3271ABFF-C01D-7AA8-3B76-6245012924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82773" y="4950322"/>
                  <a:ext cx="3708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t 16">
                  <a:extLst>
                    <a:ext uri="{FF2B5EF4-FFF2-40B4-BE49-F238E27FC236}">
                      <a16:creationId xmlns:a16="http://schemas.microsoft.com/office/drawing/2014/main" id="{EA59476B-0844-3D8E-B17E-7F595A3110B8}"/>
                    </a:ext>
                  </a:extLst>
                </p14:cNvPr>
                <p14:cNvContentPartPr/>
                <p14:nvPr/>
              </p14:nvContentPartPr>
              <p14:xfrm>
                <a:off x="7988893" y="5237602"/>
                <a:ext cx="406080" cy="404280"/>
              </p14:xfrm>
            </p:contentPart>
          </mc:Choice>
          <mc:Fallback>
            <p:pic>
              <p:nvPicPr>
                <p:cNvPr id="17" name="Inkt 16">
                  <a:extLst>
                    <a:ext uri="{FF2B5EF4-FFF2-40B4-BE49-F238E27FC236}">
                      <a16:creationId xmlns:a16="http://schemas.microsoft.com/office/drawing/2014/main" id="{EA59476B-0844-3D8E-B17E-7F595A3110B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82773" y="5231482"/>
                  <a:ext cx="41832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t 17">
                  <a:extLst>
                    <a:ext uri="{FF2B5EF4-FFF2-40B4-BE49-F238E27FC236}">
                      <a16:creationId xmlns:a16="http://schemas.microsoft.com/office/drawing/2014/main" id="{2ACF8311-7F15-A4E1-E474-B2743DF44E3C}"/>
                    </a:ext>
                  </a:extLst>
                </p14:cNvPr>
                <p14:cNvContentPartPr/>
                <p14:nvPr/>
              </p14:nvContentPartPr>
              <p14:xfrm>
                <a:off x="8826253" y="4975162"/>
                <a:ext cx="823680" cy="27360"/>
              </p14:xfrm>
            </p:contentPart>
          </mc:Choice>
          <mc:Fallback>
            <p:pic>
              <p:nvPicPr>
                <p:cNvPr id="18" name="Inkt 17">
                  <a:extLst>
                    <a:ext uri="{FF2B5EF4-FFF2-40B4-BE49-F238E27FC236}">
                      <a16:creationId xmlns:a16="http://schemas.microsoft.com/office/drawing/2014/main" id="{2ACF8311-7F15-A4E1-E474-B2743DF44E3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820133" y="4969042"/>
                  <a:ext cx="8359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t 18">
                  <a:extLst>
                    <a:ext uri="{FF2B5EF4-FFF2-40B4-BE49-F238E27FC236}">
                      <a16:creationId xmlns:a16="http://schemas.microsoft.com/office/drawing/2014/main" id="{94ECBE97-D1C1-9973-5994-9A788FDC3DFA}"/>
                    </a:ext>
                  </a:extLst>
                </p14:cNvPr>
                <p14:cNvContentPartPr/>
                <p14:nvPr/>
              </p14:nvContentPartPr>
              <p14:xfrm>
                <a:off x="8874493" y="5264962"/>
                <a:ext cx="860400" cy="39240"/>
              </p14:xfrm>
            </p:contentPart>
          </mc:Choice>
          <mc:Fallback>
            <p:pic>
              <p:nvPicPr>
                <p:cNvPr id="19" name="Inkt 18">
                  <a:extLst>
                    <a:ext uri="{FF2B5EF4-FFF2-40B4-BE49-F238E27FC236}">
                      <a16:creationId xmlns:a16="http://schemas.microsoft.com/office/drawing/2014/main" id="{94ECBE97-D1C1-9973-5994-9A788FDC3DF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68373" y="5258842"/>
                  <a:ext cx="872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Inkt 20">
                  <a:extLst>
                    <a:ext uri="{FF2B5EF4-FFF2-40B4-BE49-F238E27FC236}">
                      <a16:creationId xmlns:a16="http://schemas.microsoft.com/office/drawing/2014/main" id="{CEFC8D65-1E23-B97F-B59A-7919AE43DFA1}"/>
                    </a:ext>
                  </a:extLst>
                </p14:cNvPr>
                <p14:cNvContentPartPr/>
                <p14:nvPr/>
              </p14:nvContentPartPr>
              <p14:xfrm>
                <a:off x="10039813" y="4522642"/>
                <a:ext cx="455040" cy="934200"/>
              </p14:xfrm>
            </p:contentPart>
          </mc:Choice>
          <mc:Fallback>
            <p:pic>
              <p:nvPicPr>
                <p:cNvPr id="21" name="Inkt 20">
                  <a:extLst>
                    <a:ext uri="{FF2B5EF4-FFF2-40B4-BE49-F238E27FC236}">
                      <a16:creationId xmlns:a16="http://schemas.microsoft.com/office/drawing/2014/main" id="{CEFC8D65-1E23-B97F-B59A-7919AE43DFA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33693" y="4516522"/>
                  <a:ext cx="467280" cy="9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t 22">
                  <a:extLst>
                    <a:ext uri="{FF2B5EF4-FFF2-40B4-BE49-F238E27FC236}">
                      <a16:creationId xmlns:a16="http://schemas.microsoft.com/office/drawing/2014/main" id="{A58165E1-EF85-7F91-6BAF-636B505DBE3A}"/>
                    </a:ext>
                  </a:extLst>
                </p14:cNvPr>
                <p14:cNvContentPartPr/>
                <p14:nvPr/>
              </p14:nvContentPartPr>
              <p14:xfrm>
                <a:off x="10962853" y="4533442"/>
                <a:ext cx="39240" cy="365760"/>
              </p14:xfrm>
            </p:contentPart>
          </mc:Choice>
          <mc:Fallback>
            <p:pic>
              <p:nvPicPr>
                <p:cNvPr id="23" name="Inkt 22">
                  <a:extLst>
                    <a:ext uri="{FF2B5EF4-FFF2-40B4-BE49-F238E27FC236}">
                      <a16:creationId xmlns:a16="http://schemas.microsoft.com/office/drawing/2014/main" id="{A58165E1-EF85-7F91-6BAF-636B505DBE3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956733" y="4527322"/>
                  <a:ext cx="5148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t 23">
                  <a:extLst>
                    <a:ext uri="{FF2B5EF4-FFF2-40B4-BE49-F238E27FC236}">
                      <a16:creationId xmlns:a16="http://schemas.microsoft.com/office/drawing/2014/main" id="{59D2BA1E-5B92-1919-1AD8-82626F16BABE}"/>
                    </a:ext>
                  </a:extLst>
                </p14:cNvPr>
                <p14:cNvContentPartPr/>
                <p14:nvPr/>
              </p14:nvContentPartPr>
              <p14:xfrm>
                <a:off x="10828213" y="4966162"/>
                <a:ext cx="340560" cy="20160"/>
              </p14:xfrm>
            </p:contentPart>
          </mc:Choice>
          <mc:Fallback>
            <p:pic>
              <p:nvPicPr>
                <p:cNvPr id="24" name="Inkt 23">
                  <a:extLst>
                    <a:ext uri="{FF2B5EF4-FFF2-40B4-BE49-F238E27FC236}">
                      <a16:creationId xmlns:a16="http://schemas.microsoft.com/office/drawing/2014/main" id="{59D2BA1E-5B92-1919-1AD8-82626F16BAB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822093" y="4960042"/>
                  <a:ext cx="352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t 25">
                  <a:extLst>
                    <a:ext uri="{FF2B5EF4-FFF2-40B4-BE49-F238E27FC236}">
                      <a16:creationId xmlns:a16="http://schemas.microsoft.com/office/drawing/2014/main" id="{BFBCCF86-E243-DEE3-F08F-DA9440D247CB}"/>
                    </a:ext>
                  </a:extLst>
                </p14:cNvPr>
                <p14:cNvContentPartPr/>
                <p14:nvPr/>
              </p14:nvContentPartPr>
              <p14:xfrm>
                <a:off x="10883293" y="5129602"/>
                <a:ext cx="315360" cy="381600"/>
              </p14:xfrm>
            </p:contentPart>
          </mc:Choice>
          <mc:Fallback>
            <p:pic>
              <p:nvPicPr>
                <p:cNvPr id="26" name="Inkt 25">
                  <a:extLst>
                    <a:ext uri="{FF2B5EF4-FFF2-40B4-BE49-F238E27FC236}">
                      <a16:creationId xmlns:a16="http://schemas.microsoft.com/office/drawing/2014/main" id="{BFBCCF86-E243-DEE3-F08F-DA9440D247C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877173" y="5123482"/>
                  <a:ext cx="327600" cy="393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7399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6)">
            <a:extLst>
              <a:ext uri="{FF2B5EF4-FFF2-40B4-BE49-F238E27FC236}">
                <a16:creationId xmlns:a16="http://schemas.microsoft.com/office/drawing/2014/main" id="{2B961AB3-6412-66BA-0D69-D64123C910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027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7)">
            <a:extLst>
              <a:ext uri="{FF2B5EF4-FFF2-40B4-BE49-F238E27FC236}">
                <a16:creationId xmlns:a16="http://schemas.microsoft.com/office/drawing/2014/main" id="{9CBEEBEA-7D99-0E9D-9CF9-9220D9E36F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652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8)">
            <a:extLst>
              <a:ext uri="{FF2B5EF4-FFF2-40B4-BE49-F238E27FC236}">
                <a16:creationId xmlns:a16="http://schemas.microsoft.com/office/drawing/2014/main" id="{FA81270F-3105-9A3A-0CED-EBF6CEAA2DE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06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9)">
            <a:extLst>
              <a:ext uri="{FF2B5EF4-FFF2-40B4-BE49-F238E27FC236}">
                <a16:creationId xmlns:a16="http://schemas.microsoft.com/office/drawing/2014/main" id="{CDDDCA49-4F33-6FBA-33D4-A0751D276FB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607786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28</Words>
  <Application>Microsoft Office PowerPoint</Application>
  <PresentationFormat>Breedbeeld</PresentationFormat>
  <Paragraphs>2</Paragraphs>
  <Slides>9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3</cp:revision>
  <dcterms:created xsi:type="dcterms:W3CDTF">2026-07-20T09:50:12Z</dcterms:created>
  <dcterms:modified xsi:type="dcterms:W3CDTF">2026-07-20T15:44:13Z</dcterms:modified>
</cp:coreProperties>
</file>
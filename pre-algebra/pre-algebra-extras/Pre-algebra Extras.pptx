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68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FB0A6-9ECB-1E63-8F13-4E1440A8E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44A0AF9-F268-FE43-D517-8C2C768F50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F3D484C-841B-696D-55A8-A5CFD7DCD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9EE9C94-2B3B-690C-48FB-E9168F9E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F80E23-D326-83AA-3759-F8301BF76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034485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E47ACB-45F7-D3AA-BE7A-82418704E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D60FB06-29EA-B096-DDF0-1E66AA9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BC3B0CA-0968-9554-8224-2C77B67A9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5DA20E1-1013-D763-5508-118E8AB1A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2AC0E-A829-5EF1-3801-A5E4E126C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8319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8B9855-671C-F4F4-F80C-F327E1EC3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42ACE1-0752-71CD-8F72-A32BD9629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5A77EA-BB62-51FB-3181-3414E6E3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7AC2350-6C96-6215-CCE3-3D31580E1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0A216D3-32DD-9D0D-9F7D-7D65695D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10732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48323-3B7F-3B69-9761-C196F4FC7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63F4B96-47F4-CF46-4295-E5DD1FF1E3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2972D9C-3BC1-97BC-E605-AEF83059E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66758D2-A629-9A71-C730-AEED474B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11E2FE07-4BAA-3B81-3699-55A966DC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DE32D23-5C40-3F4E-0D89-6B0F7027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4606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E1D466-BFBE-5EC0-F150-329ED6BFF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D9817C-1CE4-2DF5-5A03-18616726C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C140C0C-91B5-9FA1-8AA7-AB9B317B7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85D8FCA-C6DA-7849-45B9-8DF4C197B8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96BDD12A-75F9-4BF3-9EE0-04A7E0C654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1813CA24-6B66-DE52-29C4-63C5B2E72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554582C-18D9-E873-645A-417A3D3BE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AA82B5D-C4CC-A12D-71F4-EF271D983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7526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1C9109-083A-F7F9-AE5C-0921822B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65A39651-B9AD-6683-532E-C779E681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D6EA108-B16F-3752-FB27-73772DF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47C102-CF99-431F-0C23-7E8AE638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8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7E62C93-2496-BA37-6025-953D05020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15417DDB-19A2-2840-B54B-55FEF077F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E79A1E9-E3B7-33D4-B867-522B8E6F1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518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B3FF6-1A5B-52F9-0437-DA453AE62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B6B171A-69FA-57EB-4E3B-BAA4906DD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878835B9-9297-9ED6-3247-E75D800212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49151E-39C7-DC80-F983-209320DF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A15DE90-3D52-1D59-C0EC-BB7D18A4C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FC27E7B-327F-45F0-3EFD-7CCF71AE9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33161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EC5BC6-C1DF-49CB-F9FA-DDF589B44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5960CE91-7DEB-AF94-5E95-6338447D16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A07ED9-7CF9-5C44-1A4A-0C056A5222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362BC73-5D70-6BB2-F35E-4A676F7C8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A721649-88E2-5CF4-E09D-73FA37DC7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7CA0139-95F4-EEFA-5747-147B14B5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494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16B400-EA48-5D3F-3F81-798C9F2BC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1B8C025-4499-5D15-0B75-4397922A0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9AF6358-A3AB-649F-8D07-2B3316587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D5C7087-D2A3-D5C8-79ED-F126A9EE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747A86-1847-385F-72F3-78C93C424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4536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62C99B0-47CE-66E6-E205-7B03F86922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FF3E296-0338-2013-7B29-0D384266E7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4B22A64-5124-5F99-E7DA-FF14FFF00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796C80-B9A4-12F6-C7ED-5397735F2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4951856-12EF-A9AE-237F-F7E684A2D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92934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2546DD-3B5C-158D-2980-BF983E1C4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358F19-602E-B898-5727-53E8D350FF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EBB8B2B-CF1C-EA7C-46BD-2D2AEFBA67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F5C99-693A-4581-8CAA-D9013D995DA3}" type="datetimeFigureOut">
              <a:rPr lang="nl-NL" smtClean="0"/>
              <a:t>21-7-2026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9BA07384-DE2E-1082-7685-0DB107754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692D62-B485-DC55-05C7-C1F4AB2EF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0C0A1-79A9-42B8-9C24-DD3941D27E9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023257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D54D2C-91C1-F104-FDD4-D4F7005CA9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nl-NL" dirty="0"/>
              <a:t>Pre-Algebra </a:t>
            </a:r>
            <a:r>
              <a:rPr lang="nl-NL" dirty="0" err="1"/>
              <a:t>Extras</a:t>
            </a:r>
            <a:r>
              <a:rPr lang="nl-NL" dirty="0"/>
              <a:t> </a:t>
            </a:r>
            <a:r>
              <a:rPr lang="nl-NL" sz="2400" dirty="0">
                <a:solidFill>
                  <a:srgbClr val="FF0000"/>
                </a:solidFill>
              </a:rPr>
              <a:t>[hot mess of </a:t>
            </a:r>
            <a:r>
              <a:rPr lang="nl-NL" sz="2400" dirty="0" err="1">
                <a:solidFill>
                  <a:srgbClr val="FF0000"/>
                </a:solidFill>
              </a:rPr>
              <a:t>everything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that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isnt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covered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the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other</a:t>
            </a:r>
            <a:r>
              <a:rPr lang="nl-NL" sz="2400" dirty="0">
                <a:solidFill>
                  <a:srgbClr val="FF0000"/>
                </a:solidFill>
              </a:rPr>
              <a:t> slides – </a:t>
            </a:r>
            <a:r>
              <a:rPr lang="nl-NL" sz="2400" dirty="0" err="1">
                <a:solidFill>
                  <a:srgbClr val="FF0000"/>
                </a:solidFill>
              </a:rPr>
              <a:t>still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extremely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useful</a:t>
            </a:r>
            <a:r>
              <a:rPr lang="nl-NL" sz="2400" dirty="0">
                <a:solidFill>
                  <a:srgbClr val="FF0000"/>
                </a:solidFill>
              </a:rPr>
              <a:t>; </a:t>
            </a:r>
            <a:r>
              <a:rPr lang="nl-NL" sz="2400" dirty="0" err="1">
                <a:solidFill>
                  <a:srgbClr val="FF0000"/>
                </a:solidFill>
              </a:rPr>
              <a:t>can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be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updated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randomly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and</a:t>
            </a:r>
            <a:r>
              <a:rPr lang="nl-NL" sz="2400" dirty="0">
                <a:solidFill>
                  <a:srgbClr val="FF0000"/>
                </a:solidFill>
              </a:rPr>
              <a:t> </a:t>
            </a:r>
            <a:r>
              <a:rPr lang="nl-NL" sz="2400" dirty="0" err="1">
                <a:solidFill>
                  <a:srgbClr val="FF0000"/>
                </a:solidFill>
              </a:rPr>
              <a:t>regularly</a:t>
            </a:r>
            <a:r>
              <a:rPr lang="nl-NL" sz="2400" dirty="0">
                <a:solidFill>
                  <a:srgbClr val="FF0000"/>
                </a:solidFill>
              </a:rPr>
              <a:t>]</a:t>
            </a:r>
            <a:endParaRPr lang="nl-NL" dirty="0">
              <a:solidFill>
                <a:srgbClr val="FF0000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FD0FE98-50FB-C009-AA7A-AC03DD53DA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20091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1C18C59F-04D8-3037-7C57-EC344C260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74913"/>
            <a:ext cx="12192000" cy="5159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847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C139FFEC-C764-CC1B-F5AA-706707709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56785"/>
            <a:ext cx="12192000" cy="5944430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2CA092AA-C7F1-195D-BCA2-706E54E5A3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9267" y="3099561"/>
            <a:ext cx="3364048" cy="1360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35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0)">
            <a:extLst>
              <a:ext uri="{FF2B5EF4-FFF2-40B4-BE49-F238E27FC236}">
                <a16:creationId xmlns:a16="http://schemas.microsoft.com/office/drawing/2014/main" id="{B76C4699-D10B-21B2-6892-8D57CAD3B29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9288"/>
            <a:ext cx="12192000" cy="5557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602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1)">
            <a:extLst>
              <a:ext uri="{FF2B5EF4-FFF2-40B4-BE49-F238E27FC236}">
                <a16:creationId xmlns:a16="http://schemas.microsoft.com/office/drawing/2014/main" id="{3703995D-98EC-B1C5-47BD-5F06F2C3122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5988"/>
            <a:ext cx="12192000" cy="502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060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3)">
            <a:extLst>
              <a:ext uri="{FF2B5EF4-FFF2-40B4-BE49-F238E27FC236}">
                <a16:creationId xmlns:a16="http://schemas.microsoft.com/office/drawing/2014/main" id="{32AEFC23-76CC-327D-C09A-86F2E0F3546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3450"/>
            <a:ext cx="12192000" cy="498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009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4)">
            <a:extLst>
              <a:ext uri="{FF2B5EF4-FFF2-40B4-BE49-F238E27FC236}">
                <a16:creationId xmlns:a16="http://schemas.microsoft.com/office/drawing/2014/main" id="{F545FFFC-DB36-FB14-97A6-64C41F2B1F6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28688"/>
            <a:ext cx="12192000" cy="500062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E309D679-3763-A563-1EFD-BB3BE96290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6067" y="4169230"/>
            <a:ext cx="5376477" cy="1545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399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6)">
            <a:extLst>
              <a:ext uri="{FF2B5EF4-FFF2-40B4-BE49-F238E27FC236}">
                <a16:creationId xmlns:a16="http://schemas.microsoft.com/office/drawing/2014/main" id="{2B961AB3-6412-66BA-0D69-D64123C910A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69913"/>
            <a:ext cx="12192000" cy="571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027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7)">
            <a:extLst>
              <a:ext uri="{FF2B5EF4-FFF2-40B4-BE49-F238E27FC236}">
                <a16:creationId xmlns:a16="http://schemas.microsoft.com/office/drawing/2014/main" id="{9CBEEBEA-7D99-0E9D-9CF9-9220D9E36F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06400"/>
            <a:ext cx="12192000" cy="604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652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8)">
            <a:extLst>
              <a:ext uri="{FF2B5EF4-FFF2-40B4-BE49-F238E27FC236}">
                <a16:creationId xmlns:a16="http://schemas.microsoft.com/office/drawing/2014/main" id="{FA81270F-3105-9A3A-0CED-EBF6CEAA2DE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6413"/>
            <a:ext cx="12192000" cy="584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4106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979)">
            <a:extLst>
              <a:ext uri="{FF2B5EF4-FFF2-40B4-BE49-F238E27FC236}">
                <a16:creationId xmlns:a16="http://schemas.microsoft.com/office/drawing/2014/main" id="{CDDDCA49-4F33-6FBA-33D4-A0751D276FB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7513"/>
            <a:ext cx="1219200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607786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28</Words>
  <Application>Microsoft Office PowerPoint</Application>
  <PresentationFormat>Breedbeeld</PresentationFormat>
  <Paragraphs>2</Paragraphs>
  <Slides>11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Kantoorthema</vt:lpstr>
      <vt:lpstr>Pre-Algebra Extras [hot mess of everything that isnt covered by the other slides – still extremely useful; can be updated randomly and regularly]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7</cp:revision>
  <dcterms:created xsi:type="dcterms:W3CDTF">2026-07-20T09:50:12Z</dcterms:created>
  <dcterms:modified xsi:type="dcterms:W3CDTF">2026-07-21T08:03:48Z</dcterms:modified>
</cp:coreProperties>
</file>
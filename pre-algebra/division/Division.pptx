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ink/ink1.xml" ContentType="application/inkml+xml"/>
  <Override PartName="/ppt/ink/ink2.xml" ContentType="application/inkml+xml"/>
  <Override PartName="/ppt/ink/ink3.xml" ContentType="application/inkml+xml"/>
  <Override PartName="/ppt/ink/ink4.xml" ContentType="application/inkml+xml"/>
  <Override PartName="/ppt/ink/ink5.xml" ContentType="application/inkml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4" r:id="rId9"/>
    <p:sldId id="263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</p:sldIdLst>
  <p:sldSz cx="12192000" cy="6858000"/>
  <p:notesSz cx="6858000" cy="9144000"/>
  <p:photoAlbum/>
  <p:defaultTextStyle>
    <a:defPPr>
      <a:defRPr lang="nl-NL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59" d="100"/>
          <a:sy n="59" d="100"/>
        </p:scale>
        <p:origin x="940" y="5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/Relationships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2T17:31:49.250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0 23413,'8921'0'0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2T17:31:52.033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1 24575,'23'1'0,"32"5"0,-4 0 0,475 43-1879,-212-21 557,161 1-2462,1249 45-1170,-852-53 4297,-2-20 4046,-557 13 3495,-66-1-4561,-210-10-2323,0 1 0,39 10 0,20 3 0,270 9 0,-147-15 0,486 6-579,-228-12 254,-315 0 353,760 15 698,-856-20-624,316 11-54,86 37-48,-377-34-1365,-56-7-5461</inkml:trace>
</inkml:ink>
</file>

<file path=ppt/ink/ink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2T17:31:53.938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0 751 24575,'166'-6'0,"-67"0"0,735-43-4519,-262 13 3395,-129 14-721,894-66 1368,-313-28 426,19-1 701,-914 106-495,129-17 2525,-67 6 634,-62 9-2097,408-53-1217,-485 59 0,3 0 0,0-2 0,61-18 0,78-29 0,-165 51 0,1 1 0,33-1 0,-4 2 0,435-38-1365,-423 35-5461</inkml:trace>
</inkml:ink>
</file>

<file path=ppt/ink/ink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2T17:31:55.088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1 24575,'24'1'0,"-1"1"0,0 0 0,38 11 0,67 26 0,-46-12 0,1003 272-1084,-494-131 1084,-490-132 361,-1 4 1,97 55-1,-189-91-556,-1 1 0,0 0 0,0 0 0,-1 0 0,1 1 0,9 11 0,-2 4-6631</inkml:trace>
</inkml:ink>
</file>

<file path=ppt/ink/ink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2T17:31:57.035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1 729 24575,'64'-3'0,"1"-2"0,108-23 0,-77 10 0,1053-145-4094,218-26 2137,-348 48 1276,-356 42 296,-293 44 1378,-124 32 2733,-176 19-2927,-1 3 1,127 16-1,-44-2-799,174-7 0,-227-6 0,49 0 0,331 4 0,-1 27 0,-128-5-1365,-287-24-5461</inkml:trace>
</inkml:ink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eld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04425EF9-F6D0-F17C-70A5-5F29CC45B2B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nl-NL"/>
              <a:t>Klik om stijl te bewerken</a:t>
            </a:r>
          </a:p>
        </p:txBody>
      </p:sp>
      <p:sp>
        <p:nvSpPr>
          <p:cNvPr id="3" name="Ondertitel 2">
            <a:extLst>
              <a:ext uri="{FF2B5EF4-FFF2-40B4-BE49-F238E27FC236}">
                <a16:creationId xmlns:a16="http://schemas.microsoft.com/office/drawing/2014/main" id="{EDF75D9D-0084-BAAC-B961-6B0F5DD8123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nl-NL"/>
              <a:t>Klikken om de ondertitelstijl van het model te bewerken</a:t>
            </a:r>
          </a:p>
        </p:txBody>
      </p:sp>
      <p:sp>
        <p:nvSpPr>
          <p:cNvPr id="4" name="Tijdelijke aanduiding voor datum 3">
            <a:extLst>
              <a:ext uri="{FF2B5EF4-FFF2-40B4-BE49-F238E27FC236}">
                <a16:creationId xmlns:a16="http://schemas.microsoft.com/office/drawing/2014/main" id="{671DEAA5-6A56-7100-DE24-E1A75E64153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24CEF6-ED0A-4CED-93DE-AACE6CBB4974}" type="datetimeFigureOut">
              <a:rPr lang="nl-NL" smtClean="0"/>
              <a:t>12-3-2026</a:t>
            </a:fld>
            <a:endParaRPr lang="nl-NL"/>
          </a:p>
        </p:txBody>
      </p:sp>
      <p:sp>
        <p:nvSpPr>
          <p:cNvPr id="5" name="Tijdelijke aanduiding voor voettekst 4">
            <a:extLst>
              <a:ext uri="{FF2B5EF4-FFF2-40B4-BE49-F238E27FC236}">
                <a16:creationId xmlns:a16="http://schemas.microsoft.com/office/drawing/2014/main" id="{9CA2588B-C8DD-579C-2AD1-8156241458D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6" name="Tijdelijke aanduiding voor dianummer 5">
            <a:extLst>
              <a:ext uri="{FF2B5EF4-FFF2-40B4-BE49-F238E27FC236}">
                <a16:creationId xmlns:a16="http://schemas.microsoft.com/office/drawing/2014/main" id="{5431B4E6-535B-0AEE-EB3B-0CD5592D2C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632255-166A-417D-9000-33A950A1227F}" type="slidenum">
              <a:rPr lang="nl-NL" smtClean="0"/>
              <a:t>‹nr.›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150547352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el en objec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FB6EA485-8637-DD11-3CBF-6DB9B426434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/>
              <a:t>Klik om stijl te bewerken</a:t>
            </a:r>
          </a:p>
        </p:txBody>
      </p:sp>
      <p:sp>
        <p:nvSpPr>
          <p:cNvPr id="3" name="Tijdelijke aanduiding voor inhoud 2">
            <a:extLst>
              <a:ext uri="{FF2B5EF4-FFF2-40B4-BE49-F238E27FC236}">
                <a16:creationId xmlns:a16="http://schemas.microsoft.com/office/drawing/2014/main" id="{03F501D4-42A7-B573-8BC0-66D8EECD637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nl-NL"/>
              <a:t>Klikken om de tekststijl van het model te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</a:p>
        </p:txBody>
      </p:sp>
      <p:sp>
        <p:nvSpPr>
          <p:cNvPr id="4" name="Tijdelijke aanduiding voor datum 3">
            <a:extLst>
              <a:ext uri="{FF2B5EF4-FFF2-40B4-BE49-F238E27FC236}">
                <a16:creationId xmlns:a16="http://schemas.microsoft.com/office/drawing/2014/main" id="{EC5B636B-2C40-0BC9-6D64-12A011C8031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24CEF6-ED0A-4CED-93DE-AACE6CBB4974}" type="datetimeFigureOut">
              <a:rPr lang="nl-NL" smtClean="0"/>
              <a:t>12-3-2026</a:t>
            </a:fld>
            <a:endParaRPr lang="nl-NL"/>
          </a:p>
        </p:txBody>
      </p:sp>
      <p:sp>
        <p:nvSpPr>
          <p:cNvPr id="5" name="Tijdelijke aanduiding voor voettekst 4">
            <a:extLst>
              <a:ext uri="{FF2B5EF4-FFF2-40B4-BE49-F238E27FC236}">
                <a16:creationId xmlns:a16="http://schemas.microsoft.com/office/drawing/2014/main" id="{E749DD17-3DBB-BF6A-421C-471DCB68132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6" name="Tijdelijke aanduiding voor dianummer 5">
            <a:extLst>
              <a:ext uri="{FF2B5EF4-FFF2-40B4-BE49-F238E27FC236}">
                <a16:creationId xmlns:a16="http://schemas.microsoft.com/office/drawing/2014/main" id="{9AA200E3-0E65-8D4B-A453-0E3E220ECCD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632255-166A-417D-9000-33A950A1227F}" type="slidenum">
              <a:rPr lang="nl-NL" smtClean="0"/>
              <a:t>‹nr.›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73745409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ekop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68D72272-A18A-6154-185E-B356A12BF0C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nl-NL"/>
              <a:t>Klik om stijl te bewerken</a:t>
            </a:r>
          </a:p>
        </p:txBody>
      </p:sp>
      <p:sp>
        <p:nvSpPr>
          <p:cNvPr id="3" name="Tijdelijke aanduiding voor tekst 2">
            <a:extLst>
              <a:ext uri="{FF2B5EF4-FFF2-40B4-BE49-F238E27FC236}">
                <a16:creationId xmlns:a16="http://schemas.microsoft.com/office/drawing/2014/main" id="{35958BD6-9764-FA72-B256-324DC4E9FE0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nl-NL"/>
              <a:t>Klikken om de tekststijl van het model te bewerken</a:t>
            </a:r>
          </a:p>
        </p:txBody>
      </p:sp>
      <p:sp>
        <p:nvSpPr>
          <p:cNvPr id="4" name="Tijdelijke aanduiding voor datum 3">
            <a:extLst>
              <a:ext uri="{FF2B5EF4-FFF2-40B4-BE49-F238E27FC236}">
                <a16:creationId xmlns:a16="http://schemas.microsoft.com/office/drawing/2014/main" id="{72E0942B-3A12-00F4-090B-9353A06B4E5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24CEF6-ED0A-4CED-93DE-AACE6CBB4974}" type="datetimeFigureOut">
              <a:rPr lang="nl-NL" smtClean="0"/>
              <a:t>12-3-2026</a:t>
            </a:fld>
            <a:endParaRPr lang="nl-NL"/>
          </a:p>
        </p:txBody>
      </p:sp>
      <p:sp>
        <p:nvSpPr>
          <p:cNvPr id="5" name="Tijdelijke aanduiding voor voettekst 4">
            <a:extLst>
              <a:ext uri="{FF2B5EF4-FFF2-40B4-BE49-F238E27FC236}">
                <a16:creationId xmlns:a16="http://schemas.microsoft.com/office/drawing/2014/main" id="{3EC5C84A-31E0-656B-0D4C-91B6B8E70F7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6" name="Tijdelijke aanduiding voor dianummer 5">
            <a:extLst>
              <a:ext uri="{FF2B5EF4-FFF2-40B4-BE49-F238E27FC236}">
                <a16:creationId xmlns:a16="http://schemas.microsoft.com/office/drawing/2014/main" id="{C728B38B-A63D-9886-716D-D4408DCB58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632255-166A-417D-9000-33A950A1227F}" type="slidenum">
              <a:rPr lang="nl-NL" smtClean="0"/>
              <a:t>‹nr.›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264624623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Inhoud van twe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FE43321A-C255-05A0-0C3C-C250D8D47BE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/>
              <a:t>Klik om stijl te bewerken</a:t>
            </a:r>
          </a:p>
        </p:txBody>
      </p:sp>
      <p:sp>
        <p:nvSpPr>
          <p:cNvPr id="3" name="Tijdelijke aanduiding voor inhoud 2">
            <a:extLst>
              <a:ext uri="{FF2B5EF4-FFF2-40B4-BE49-F238E27FC236}">
                <a16:creationId xmlns:a16="http://schemas.microsoft.com/office/drawing/2014/main" id="{C974C2C4-8A27-3FC3-F487-44E546B3134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nl-NL"/>
              <a:t>Klikken om de tekststijl van het model te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</a:p>
        </p:txBody>
      </p:sp>
      <p:sp>
        <p:nvSpPr>
          <p:cNvPr id="4" name="Tijdelijke aanduiding voor inhoud 3">
            <a:extLst>
              <a:ext uri="{FF2B5EF4-FFF2-40B4-BE49-F238E27FC236}">
                <a16:creationId xmlns:a16="http://schemas.microsoft.com/office/drawing/2014/main" id="{58793702-5346-DCA1-7F70-A7B4989A4B9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nl-NL"/>
              <a:t>Klikken om de tekststijl van het model te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</a:p>
        </p:txBody>
      </p:sp>
      <p:sp>
        <p:nvSpPr>
          <p:cNvPr id="5" name="Tijdelijke aanduiding voor datum 4">
            <a:extLst>
              <a:ext uri="{FF2B5EF4-FFF2-40B4-BE49-F238E27FC236}">
                <a16:creationId xmlns:a16="http://schemas.microsoft.com/office/drawing/2014/main" id="{DBBEA83B-196C-9082-B2F1-4C97FF8EC42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24CEF6-ED0A-4CED-93DE-AACE6CBB4974}" type="datetimeFigureOut">
              <a:rPr lang="nl-NL" smtClean="0"/>
              <a:t>12-3-2026</a:t>
            </a:fld>
            <a:endParaRPr lang="nl-NL"/>
          </a:p>
        </p:txBody>
      </p:sp>
      <p:sp>
        <p:nvSpPr>
          <p:cNvPr id="6" name="Tijdelijke aanduiding voor voettekst 5">
            <a:extLst>
              <a:ext uri="{FF2B5EF4-FFF2-40B4-BE49-F238E27FC236}">
                <a16:creationId xmlns:a16="http://schemas.microsoft.com/office/drawing/2014/main" id="{43F582B8-5A76-BCB7-2FF5-F3004EC7FBB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7" name="Tijdelijke aanduiding voor dianummer 6">
            <a:extLst>
              <a:ext uri="{FF2B5EF4-FFF2-40B4-BE49-F238E27FC236}">
                <a16:creationId xmlns:a16="http://schemas.microsoft.com/office/drawing/2014/main" id="{FE40999F-3B39-4EFE-BCD2-93937A40D0B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632255-166A-417D-9000-33A950A1227F}" type="slidenum">
              <a:rPr lang="nl-NL" smtClean="0"/>
              <a:t>‹nr.›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16222947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Vergelijkin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94315F31-3709-7F34-B242-902F38DF6CF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nl-NL"/>
              <a:t>Klik om stijl te bewerken</a:t>
            </a:r>
          </a:p>
        </p:txBody>
      </p:sp>
      <p:sp>
        <p:nvSpPr>
          <p:cNvPr id="3" name="Tijdelijke aanduiding voor tekst 2">
            <a:extLst>
              <a:ext uri="{FF2B5EF4-FFF2-40B4-BE49-F238E27FC236}">
                <a16:creationId xmlns:a16="http://schemas.microsoft.com/office/drawing/2014/main" id="{35C1F653-70D3-6951-EDC7-2A698C3C64B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nl-NL"/>
              <a:t>Klikken om de tekststijl van het model te bewerken</a:t>
            </a:r>
          </a:p>
        </p:txBody>
      </p:sp>
      <p:sp>
        <p:nvSpPr>
          <p:cNvPr id="4" name="Tijdelijke aanduiding voor inhoud 3">
            <a:extLst>
              <a:ext uri="{FF2B5EF4-FFF2-40B4-BE49-F238E27FC236}">
                <a16:creationId xmlns:a16="http://schemas.microsoft.com/office/drawing/2014/main" id="{36BF3714-B795-4400-2B74-3FE89103425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nl-NL"/>
              <a:t>Klikken om de tekststijl van het model te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</a:p>
        </p:txBody>
      </p:sp>
      <p:sp>
        <p:nvSpPr>
          <p:cNvPr id="5" name="Tijdelijke aanduiding voor tekst 4">
            <a:extLst>
              <a:ext uri="{FF2B5EF4-FFF2-40B4-BE49-F238E27FC236}">
                <a16:creationId xmlns:a16="http://schemas.microsoft.com/office/drawing/2014/main" id="{DB915A43-2CF0-52E7-AE1A-A35BE2554C3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nl-NL"/>
              <a:t>Klikken om de tekststijl van het model te bewerken</a:t>
            </a:r>
          </a:p>
        </p:txBody>
      </p:sp>
      <p:sp>
        <p:nvSpPr>
          <p:cNvPr id="6" name="Tijdelijke aanduiding voor inhoud 5">
            <a:extLst>
              <a:ext uri="{FF2B5EF4-FFF2-40B4-BE49-F238E27FC236}">
                <a16:creationId xmlns:a16="http://schemas.microsoft.com/office/drawing/2014/main" id="{BF50AF2B-1413-7E22-B2BD-440D4B2E686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nl-NL"/>
              <a:t>Klikken om de tekststijl van het model te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</a:p>
        </p:txBody>
      </p:sp>
      <p:sp>
        <p:nvSpPr>
          <p:cNvPr id="7" name="Tijdelijke aanduiding voor datum 6">
            <a:extLst>
              <a:ext uri="{FF2B5EF4-FFF2-40B4-BE49-F238E27FC236}">
                <a16:creationId xmlns:a16="http://schemas.microsoft.com/office/drawing/2014/main" id="{F4AB763D-7FC7-1A66-644D-C1EBD43889B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24CEF6-ED0A-4CED-93DE-AACE6CBB4974}" type="datetimeFigureOut">
              <a:rPr lang="nl-NL" smtClean="0"/>
              <a:t>12-3-2026</a:t>
            </a:fld>
            <a:endParaRPr lang="nl-NL"/>
          </a:p>
        </p:txBody>
      </p:sp>
      <p:sp>
        <p:nvSpPr>
          <p:cNvPr id="8" name="Tijdelijke aanduiding voor voettekst 7">
            <a:extLst>
              <a:ext uri="{FF2B5EF4-FFF2-40B4-BE49-F238E27FC236}">
                <a16:creationId xmlns:a16="http://schemas.microsoft.com/office/drawing/2014/main" id="{F944BB3C-5891-2B9F-4751-35CD94540B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9" name="Tijdelijke aanduiding voor dianummer 8">
            <a:extLst>
              <a:ext uri="{FF2B5EF4-FFF2-40B4-BE49-F238E27FC236}">
                <a16:creationId xmlns:a16="http://schemas.microsoft.com/office/drawing/2014/main" id="{21227A7C-6ABE-72DA-1D62-641ED66449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632255-166A-417D-9000-33A950A1227F}" type="slidenum">
              <a:rPr lang="nl-NL" smtClean="0"/>
              <a:t>‹nr.›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193311811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Alleen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BFFE7745-521A-1C9E-76D0-F1892748DE6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/>
              <a:t>Klik om stijl te bewerken</a:t>
            </a:r>
          </a:p>
        </p:txBody>
      </p:sp>
      <p:sp>
        <p:nvSpPr>
          <p:cNvPr id="3" name="Tijdelijke aanduiding voor datum 2">
            <a:extLst>
              <a:ext uri="{FF2B5EF4-FFF2-40B4-BE49-F238E27FC236}">
                <a16:creationId xmlns:a16="http://schemas.microsoft.com/office/drawing/2014/main" id="{AB0F5CD1-4EA5-D143-BE28-82610D0C1A3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24CEF6-ED0A-4CED-93DE-AACE6CBB4974}" type="datetimeFigureOut">
              <a:rPr lang="nl-NL" smtClean="0"/>
              <a:t>12-3-2026</a:t>
            </a:fld>
            <a:endParaRPr lang="nl-NL"/>
          </a:p>
        </p:txBody>
      </p:sp>
      <p:sp>
        <p:nvSpPr>
          <p:cNvPr id="4" name="Tijdelijke aanduiding voor voettekst 3">
            <a:extLst>
              <a:ext uri="{FF2B5EF4-FFF2-40B4-BE49-F238E27FC236}">
                <a16:creationId xmlns:a16="http://schemas.microsoft.com/office/drawing/2014/main" id="{42024177-B61B-B24E-4640-7319F59188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5" name="Tijdelijke aanduiding voor dianummer 4">
            <a:extLst>
              <a:ext uri="{FF2B5EF4-FFF2-40B4-BE49-F238E27FC236}">
                <a16:creationId xmlns:a16="http://schemas.microsoft.com/office/drawing/2014/main" id="{D480454C-51AF-0D44-B95F-9E69CF5774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632255-166A-417D-9000-33A950A1227F}" type="slidenum">
              <a:rPr lang="nl-NL" smtClean="0"/>
              <a:t>‹nr.›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201556983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Lee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jdelijke aanduiding voor datum 1">
            <a:extLst>
              <a:ext uri="{FF2B5EF4-FFF2-40B4-BE49-F238E27FC236}">
                <a16:creationId xmlns:a16="http://schemas.microsoft.com/office/drawing/2014/main" id="{E48E27B7-E611-98DA-C483-4D122DD6FF8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24CEF6-ED0A-4CED-93DE-AACE6CBB4974}" type="datetimeFigureOut">
              <a:rPr lang="nl-NL" smtClean="0"/>
              <a:t>12-3-2026</a:t>
            </a:fld>
            <a:endParaRPr lang="nl-NL"/>
          </a:p>
        </p:txBody>
      </p:sp>
      <p:sp>
        <p:nvSpPr>
          <p:cNvPr id="3" name="Tijdelijke aanduiding voor voettekst 2">
            <a:extLst>
              <a:ext uri="{FF2B5EF4-FFF2-40B4-BE49-F238E27FC236}">
                <a16:creationId xmlns:a16="http://schemas.microsoft.com/office/drawing/2014/main" id="{4DA17BFF-0A5B-A2AE-6B80-F20B87C1C40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4" name="Tijdelijke aanduiding voor dianummer 3">
            <a:extLst>
              <a:ext uri="{FF2B5EF4-FFF2-40B4-BE49-F238E27FC236}">
                <a16:creationId xmlns:a16="http://schemas.microsoft.com/office/drawing/2014/main" id="{E11A89F8-F73B-25BF-95ED-DE90D519EF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632255-166A-417D-9000-33A950A1227F}" type="slidenum">
              <a:rPr lang="nl-NL" smtClean="0"/>
              <a:t>‹nr.›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10493208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Inhoud met bij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A3942625-C9CC-0E60-CECB-CFD74A4D8AA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nl-NL"/>
              <a:t>Klik om stijl te bewerken</a:t>
            </a:r>
          </a:p>
        </p:txBody>
      </p:sp>
      <p:sp>
        <p:nvSpPr>
          <p:cNvPr id="3" name="Tijdelijke aanduiding voor inhoud 2">
            <a:extLst>
              <a:ext uri="{FF2B5EF4-FFF2-40B4-BE49-F238E27FC236}">
                <a16:creationId xmlns:a16="http://schemas.microsoft.com/office/drawing/2014/main" id="{065A1A2B-AF76-E449-A438-C838FDA113C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nl-NL"/>
              <a:t>Klikken om de tekststijl van het model te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</a:p>
        </p:txBody>
      </p:sp>
      <p:sp>
        <p:nvSpPr>
          <p:cNvPr id="4" name="Tijdelijke aanduiding voor tekst 3">
            <a:extLst>
              <a:ext uri="{FF2B5EF4-FFF2-40B4-BE49-F238E27FC236}">
                <a16:creationId xmlns:a16="http://schemas.microsoft.com/office/drawing/2014/main" id="{84E29A90-7983-C0D7-013F-2BF201490F0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nl-NL"/>
              <a:t>Klikken om de tekststijl van het model te bewerken</a:t>
            </a:r>
          </a:p>
        </p:txBody>
      </p:sp>
      <p:sp>
        <p:nvSpPr>
          <p:cNvPr id="5" name="Tijdelijke aanduiding voor datum 4">
            <a:extLst>
              <a:ext uri="{FF2B5EF4-FFF2-40B4-BE49-F238E27FC236}">
                <a16:creationId xmlns:a16="http://schemas.microsoft.com/office/drawing/2014/main" id="{0829610A-0A30-88AC-A1E9-6C3C4FDC137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24CEF6-ED0A-4CED-93DE-AACE6CBB4974}" type="datetimeFigureOut">
              <a:rPr lang="nl-NL" smtClean="0"/>
              <a:t>12-3-2026</a:t>
            </a:fld>
            <a:endParaRPr lang="nl-NL"/>
          </a:p>
        </p:txBody>
      </p:sp>
      <p:sp>
        <p:nvSpPr>
          <p:cNvPr id="6" name="Tijdelijke aanduiding voor voettekst 5">
            <a:extLst>
              <a:ext uri="{FF2B5EF4-FFF2-40B4-BE49-F238E27FC236}">
                <a16:creationId xmlns:a16="http://schemas.microsoft.com/office/drawing/2014/main" id="{FD3DDDEE-84EF-07B0-1841-C64E6510751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7" name="Tijdelijke aanduiding voor dianummer 6">
            <a:extLst>
              <a:ext uri="{FF2B5EF4-FFF2-40B4-BE49-F238E27FC236}">
                <a16:creationId xmlns:a16="http://schemas.microsoft.com/office/drawing/2014/main" id="{28C6530F-ED8D-4958-22D4-F920715595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632255-166A-417D-9000-33A950A1227F}" type="slidenum">
              <a:rPr lang="nl-NL" smtClean="0"/>
              <a:t>‹nr.›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19548411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Afbeelding met bij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CFA934D3-4DB7-9ED6-FC7F-099E202997A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nl-NL"/>
              <a:t>Klik om stijl te bewerken</a:t>
            </a:r>
          </a:p>
        </p:txBody>
      </p:sp>
      <p:sp>
        <p:nvSpPr>
          <p:cNvPr id="3" name="Tijdelijke aanduiding voor afbeelding 2">
            <a:extLst>
              <a:ext uri="{FF2B5EF4-FFF2-40B4-BE49-F238E27FC236}">
                <a16:creationId xmlns:a16="http://schemas.microsoft.com/office/drawing/2014/main" id="{2B55BA32-8B15-0881-5FD0-CFC82A36180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nl-NL"/>
          </a:p>
        </p:txBody>
      </p:sp>
      <p:sp>
        <p:nvSpPr>
          <p:cNvPr id="4" name="Tijdelijke aanduiding voor tekst 3">
            <a:extLst>
              <a:ext uri="{FF2B5EF4-FFF2-40B4-BE49-F238E27FC236}">
                <a16:creationId xmlns:a16="http://schemas.microsoft.com/office/drawing/2014/main" id="{49C062C0-D667-7202-FC1A-CEF1D25B7D3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nl-NL"/>
              <a:t>Klikken om de tekststijl van het model te bewerken</a:t>
            </a:r>
          </a:p>
        </p:txBody>
      </p:sp>
      <p:sp>
        <p:nvSpPr>
          <p:cNvPr id="5" name="Tijdelijke aanduiding voor datum 4">
            <a:extLst>
              <a:ext uri="{FF2B5EF4-FFF2-40B4-BE49-F238E27FC236}">
                <a16:creationId xmlns:a16="http://schemas.microsoft.com/office/drawing/2014/main" id="{C56480C9-40DF-D816-3B0B-7BF09E6C1E8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24CEF6-ED0A-4CED-93DE-AACE6CBB4974}" type="datetimeFigureOut">
              <a:rPr lang="nl-NL" smtClean="0"/>
              <a:t>12-3-2026</a:t>
            </a:fld>
            <a:endParaRPr lang="nl-NL"/>
          </a:p>
        </p:txBody>
      </p:sp>
      <p:sp>
        <p:nvSpPr>
          <p:cNvPr id="6" name="Tijdelijke aanduiding voor voettekst 5">
            <a:extLst>
              <a:ext uri="{FF2B5EF4-FFF2-40B4-BE49-F238E27FC236}">
                <a16:creationId xmlns:a16="http://schemas.microsoft.com/office/drawing/2014/main" id="{D70504D5-D2D7-56A4-1036-90B5C8D2416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7" name="Tijdelijke aanduiding voor dianummer 6">
            <a:extLst>
              <a:ext uri="{FF2B5EF4-FFF2-40B4-BE49-F238E27FC236}">
                <a16:creationId xmlns:a16="http://schemas.microsoft.com/office/drawing/2014/main" id="{B44CD81F-FFE4-4558-23B6-79B48FC6C2B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632255-166A-417D-9000-33A950A1227F}" type="slidenum">
              <a:rPr lang="nl-NL" smtClean="0"/>
              <a:t>‹nr.›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218775920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el en verticale teks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6D1609A4-E3C3-3C36-66B9-6B6648660FF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/>
              <a:t>Klik om stijl te bewerken</a:t>
            </a:r>
          </a:p>
        </p:txBody>
      </p:sp>
      <p:sp>
        <p:nvSpPr>
          <p:cNvPr id="3" name="Tijdelijke aanduiding voor verticale tekst 2">
            <a:extLst>
              <a:ext uri="{FF2B5EF4-FFF2-40B4-BE49-F238E27FC236}">
                <a16:creationId xmlns:a16="http://schemas.microsoft.com/office/drawing/2014/main" id="{D9B84C07-E11A-6750-54A3-C01DAAF1132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nl-NL"/>
              <a:t>Klikken om de tekststijl van het model te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</a:p>
        </p:txBody>
      </p:sp>
      <p:sp>
        <p:nvSpPr>
          <p:cNvPr id="4" name="Tijdelijke aanduiding voor datum 3">
            <a:extLst>
              <a:ext uri="{FF2B5EF4-FFF2-40B4-BE49-F238E27FC236}">
                <a16:creationId xmlns:a16="http://schemas.microsoft.com/office/drawing/2014/main" id="{B7423082-4B37-E573-7226-A492FAE8B2C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24CEF6-ED0A-4CED-93DE-AACE6CBB4974}" type="datetimeFigureOut">
              <a:rPr lang="nl-NL" smtClean="0"/>
              <a:t>12-3-2026</a:t>
            </a:fld>
            <a:endParaRPr lang="nl-NL"/>
          </a:p>
        </p:txBody>
      </p:sp>
      <p:sp>
        <p:nvSpPr>
          <p:cNvPr id="5" name="Tijdelijke aanduiding voor voettekst 4">
            <a:extLst>
              <a:ext uri="{FF2B5EF4-FFF2-40B4-BE49-F238E27FC236}">
                <a16:creationId xmlns:a16="http://schemas.microsoft.com/office/drawing/2014/main" id="{18480C66-1856-035F-9ABB-FEEE912A06C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6" name="Tijdelijke aanduiding voor dianummer 5">
            <a:extLst>
              <a:ext uri="{FF2B5EF4-FFF2-40B4-BE49-F238E27FC236}">
                <a16:creationId xmlns:a16="http://schemas.microsoft.com/office/drawing/2014/main" id="{3D1AEE85-2070-A9AD-6C00-CC8E0DE153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632255-166A-417D-9000-33A950A1227F}" type="slidenum">
              <a:rPr lang="nl-NL" smtClean="0"/>
              <a:t>‹nr.›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279181836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e titel en teks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e titel 1">
            <a:extLst>
              <a:ext uri="{FF2B5EF4-FFF2-40B4-BE49-F238E27FC236}">
                <a16:creationId xmlns:a16="http://schemas.microsoft.com/office/drawing/2014/main" id="{09755CB3-5DCB-168B-25C5-6E4E8D0CA6F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nl-NL"/>
              <a:t>Klik om stijl te bewerken</a:t>
            </a:r>
          </a:p>
        </p:txBody>
      </p:sp>
      <p:sp>
        <p:nvSpPr>
          <p:cNvPr id="3" name="Tijdelijke aanduiding voor verticale tekst 2">
            <a:extLst>
              <a:ext uri="{FF2B5EF4-FFF2-40B4-BE49-F238E27FC236}">
                <a16:creationId xmlns:a16="http://schemas.microsoft.com/office/drawing/2014/main" id="{A1EEE05B-5275-532C-1CD9-8B3C2072D77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nl-NL"/>
              <a:t>Klikken om de tekststijl van het model te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</a:p>
        </p:txBody>
      </p:sp>
      <p:sp>
        <p:nvSpPr>
          <p:cNvPr id="4" name="Tijdelijke aanduiding voor datum 3">
            <a:extLst>
              <a:ext uri="{FF2B5EF4-FFF2-40B4-BE49-F238E27FC236}">
                <a16:creationId xmlns:a16="http://schemas.microsoft.com/office/drawing/2014/main" id="{B65D5C7C-0E82-98DE-2C7A-75498C1E33E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24CEF6-ED0A-4CED-93DE-AACE6CBB4974}" type="datetimeFigureOut">
              <a:rPr lang="nl-NL" smtClean="0"/>
              <a:t>12-3-2026</a:t>
            </a:fld>
            <a:endParaRPr lang="nl-NL"/>
          </a:p>
        </p:txBody>
      </p:sp>
      <p:sp>
        <p:nvSpPr>
          <p:cNvPr id="5" name="Tijdelijke aanduiding voor voettekst 4">
            <a:extLst>
              <a:ext uri="{FF2B5EF4-FFF2-40B4-BE49-F238E27FC236}">
                <a16:creationId xmlns:a16="http://schemas.microsoft.com/office/drawing/2014/main" id="{88F560A4-06BB-C3EC-E7FB-FD7EDBE2155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6" name="Tijdelijke aanduiding voor dianummer 5">
            <a:extLst>
              <a:ext uri="{FF2B5EF4-FFF2-40B4-BE49-F238E27FC236}">
                <a16:creationId xmlns:a16="http://schemas.microsoft.com/office/drawing/2014/main" id="{AC0D9D20-835F-A14D-FD62-B3A0AC487C2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632255-166A-417D-9000-33A950A1227F}" type="slidenum">
              <a:rPr lang="nl-NL" smtClean="0"/>
              <a:t>‹nr.›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428038665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jdelijke aanduiding voor titel 1">
            <a:extLst>
              <a:ext uri="{FF2B5EF4-FFF2-40B4-BE49-F238E27FC236}">
                <a16:creationId xmlns:a16="http://schemas.microsoft.com/office/drawing/2014/main" id="{7E7C003E-9DB4-BCB8-6B48-C712B8AEE8B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nl-NL"/>
              <a:t>Klik om stijl te bewerken</a:t>
            </a:r>
          </a:p>
        </p:txBody>
      </p:sp>
      <p:sp>
        <p:nvSpPr>
          <p:cNvPr id="3" name="Tijdelijke aanduiding voor tekst 2">
            <a:extLst>
              <a:ext uri="{FF2B5EF4-FFF2-40B4-BE49-F238E27FC236}">
                <a16:creationId xmlns:a16="http://schemas.microsoft.com/office/drawing/2014/main" id="{7F79C78E-8E85-D1AF-F887-F2783C18339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nl-NL"/>
              <a:t>Klikken om de tekststijl van het model te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</a:p>
        </p:txBody>
      </p:sp>
      <p:sp>
        <p:nvSpPr>
          <p:cNvPr id="4" name="Tijdelijke aanduiding voor datum 3">
            <a:extLst>
              <a:ext uri="{FF2B5EF4-FFF2-40B4-BE49-F238E27FC236}">
                <a16:creationId xmlns:a16="http://schemas.microsoft.com/office/drawing/2014/main" id="{5D96BF7C-0091-559E-8BBE-C1547D576B8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2224CEF6-ED0A-4CED-93DE-AACE6CBB4974}" type="datetimeFigureOut">
              <a:rPr lang="nl-NL" smtClean="0"/>
              <a:t>12-3-2026</a:t>
            </a:fld>
            <a:endParaRPr lang="nl-NL"/>
          </a:p>
        </p:txBody>
      </p:sp>
      <p:sp>
        <p:nvSpPr>
          <p:cNvPr id="5" name="Tijdelijke aanduiding voor voettekst 4">
            <a:extLst>
              <a:ext uri="{FF2B5EF4-FFF2-40B4-BE49-F238E27FC236}">
                <a16:creationId xmlns:a16="http://schemas.microsoft.com/office/drawing/2014/main" id="{16DC7FC5-371F-7A39-3883-6C9A6422959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nl-NL"/>
          </a:p>
        </p:txBody>
      </p:sp>
      <p:sp>
        <p:nvSpPr>
          <p:cNvPr id="6" name="Tijdelijke aanduiding voor dianummer 5">
            <a:extLst>
              <a:ext uri="{FF2B5EF4-FFF2-40B4-BE49-F238E27FC236}">
                <a16:creationId xmlns:a16="http://schemas.microsoft.com/office/drawing/2014/main" id="{51AF451B-2854-7B4A-6FCE-C2ECA72EF0E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3632255-166A-417D-9000-33A950A1227F}" type="slidenum">
              <a:rPr lang="nl-NL" smtClean="0"/>
              <a:t>‹nr.›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223907560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nl-NL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png"/><Relationship Id="rId3" Type="http://schemas.openxmlformats.org/officeDocument/2006/relationships/customXml" Target="../ink/ink1.xml"/><Relationship Id="rId7" Type="http://schemas.openxmlformats.org/officeDocument/2006/relationships/customXml" Target="../ink/ink3.xml"/><Relationship Id="rId12" Type="http://schemas.openxmlformats.org/officeDocument/2006/relationships/image" Target="../media/image12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9.png"/><Relationship Id="rId11" Type="http://schemas.openxmlformats.org/officeDocument/2006/relationships/customXml" Target="../ink/ink5.xml"/><Relationship Id="rId5" Type="http://schemas.openxmlformats.org/officeDocument/2006/relationships/customXml" Target="../ink/ink2.xml"/><Relationship Id="rId10" Type="http://schemas.openxmlformats.org/officeDocument/2006/relationships/image" Target="../media/image11.png"/><Relationship Id="rId4" Type="http://schemas.openxmlformats.org/officeDocument/2006/relationships/image" Target="../media/image8.png"/><Relationship Id="rId9" Type="http://schemas.openxmlformats.org/officeDocument/2006/relationships/customXml" Target="../ink/ink4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EC88A5D7-96BC-DF68-6E19-BEBCA53FF6CA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nl-NL" dirty="0" err="1"/>
              <a:t>Division</a:t>
            </a:r>
            <a:endParaRPr lang="nl-NL" dirty="0"/>
          </a:p>
        </p:txBody>
      </p:sp>
      <p:sp>
        <p:nvSpPr>
          <p:cNvPr id="3" name="Ondertitel 2">
            <a:extLst>
              <a:ext uri="{FF2B5EF4-FFF2-40B4-BE49-F238E27FC236}">
                <a16:creationId xmlns:a16="http://schemas.microsoft.com/office/drawing/2014/main" id="{EFD8FF25-148E-C03D-9705-1341911C19D1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nl-NL" dirty="0" err="1"/>
              <a:t>By</a:t>
            </a:r>
            <a:r>
              <a:rPr lang="nl-NL" dirty="0"/>
              <a:t> </a:t>
            </a:r>
            <a:r>
              <a:rPr lang="nl-NL" dirty="0" err="1"/>
              <a:t>Hurles</a:t>
            </a:r>
            <a:endParaRPr lang="nl-NL" dirty="0"/>
          </a:p>
        </p:txBody>
      </p:sp>
    </p:spTree>
    <p:extLst>
      <p:ext uri="{BB962C8B-B14F-4D97-AF65-F5344CB8AC3E}">
        <p14:creationId xmlns:p14="http://schemas.microsoft.com/office/powerpoint/2010/main" val="137111097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Afbeelding 2" descr="Schermopname (615)">
            <a:extLst>
              <a:ext uri="{FF2B5EF4-FFF2-40B4-BE49-F238E27FC236}">
                <a16:creationId xmlns:a16="http://schemas.microsoft.com/office/drawing/2014/main" id="{65C30150-D306-731C-5644-5AB0EED521BB}"/>
              </a:ext>
            </a:extLst>
          </p:cNvPr>
          <p:cNvPicPr>
            <a:picLocks noGrp="1" noChangeAspect="1"/>
          </p:cNvPicPr>
          <p:nvPr isPhoto="1"/>
        </p:nvPicPr>
        <p:blipFill>
          <a:blip r:embed="rId2">
            <a:lum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41288"/>
            <a:ext cx="12192000" cy="65738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5128099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Afbeelding 2" descr="Schermopname (616)">
            <a:extLst>
              <a:ext uri="{FF2B5EF4-FFF2-40B4-BE49-F238E27FC236}">
                <a16:creationId xmlns:a16="http://schemas.microsoft.com/office/drawing/2014/main" id="{BDF58F9B-9DEC-0B56-385D-27CA454F0EAA}"/>
              </a:ext>
            </a:extLst>
          </p:cNvPr>
          <p:cNvPicPr>
            <a:picLocks noGrp="1" noChangeAspect="1"/>
          </p:cNvPicPr>
          <p:nvPr isPhoto="1"/>
        </p:nvPicPr>
        <p:blipFill>
          <a:blip r:embed="rId2">
            <a:lum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203200"/>
            <a:ext cx="12192000" cy="64500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9506187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Afbeelding 2" descr="Schermopname (617)">
            <a:extLst>
              <a:ext uri="{FF2B5EF4-FFF2-40B4-BE49-F238E27FC236}">
                <a16:creationId xmlns:a16="http://schemas.microsoft.com/office/drawing/2014/main" id="{623590DC-0F81-D0F7-0FAD-25D90807366F}"/>
              </a:ext>
            </a:extLst>
          </p:cNvPr>
          <p:cNvPicPr>
            <a:picLocks noGrp="1" noChangeAspect="1"/>
          </p:cNvPicPr>
          <p:nvPr isPhoto="1"/>
        </p:nvPicPr>
        <p:blipFill>
          <a:blip r:embed="rId2">
            <a:lum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2863"/>
            <a:ext cx="12192000" cy="67722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2440345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Afbeelding 2" descr="Schermopname (619)">
            <a:extLst>
              <a:ext uri="{FF2B5EF4-FFF2-40B4-BE49-F238E27FC236}">
                <a16:creationId xmlns:a16="http://schemas.microsoft.com/office/drawing/2014/main" id="{5996605E-2982-44F2-C23C-813F6630C554}"/>
              </a:ext>
            </a:extLst>
          </p:cNvPr>
          <p:cNvPicPr>
            <a:picLocks noGrp="1" noChangeAspect="1"/>
          </p:cNvPicPr>
          <p:nvPr isPhoto="1"/>
        </p:nvPicPr>
        <p:blipFill>
          <a:blip r:embed="rId2">
            <a:lum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282575"/>
            <a:ext cx="12192000" cy="62928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2337360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Afbeelding 2" descr="Schermopname (620)">
            <a:extLst>
              <a:ext uri="{FF2B5EF4-FFF2-40B4-BE49-F238E27FC236}">
                <a16:creationId xmlns:a16="http://schemas.microsoft.com/office/drawing/2014/main" id="{75141C0E-E625-9D05-79C0-588A01135936}"/>
              </a:ext>
            </a:extLst>
          </p:cNvPr>
          <p:cNvPicPr>
            <a:picLocks noGrp="1" noChangeAspect="1"/>
          </p:cNvPicPr>
          <p:nvPr isPhoto="1"/>
        </p:nvPicPr>
        <p:blipFill>
          <a:blip r:embed="rId2">
            <a:lum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230188"/>
            <a:ext cx="12192000" cy="63976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2328699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Afbeelding 2" descr="Schermopname (621)">
            <a:extLst>
              <a:ext uri="{FF2B5EF4-FFF2-40B4-BE49-F238E27FC236}">
                <a16:creationId xmlns:a16="http://schemas.microsoft.com/office/drawing/2014/main" id="{CD8800A2-6CA2-246B-AED9-D9A7E8F3014A}"/>
              </a:ext>
            </a:extLst>
          </p:cNvPr>
          <p:cNvPicPr>
            <a:picLocks noGrp="1" noChangeAspect="1"/>
          </p:cNvPicPr>
          <p:nvPr isPhoto="1"/>
        </p:nvPicPr>
        <p:blipFill>
          <a:blip r:embed="rId2">
            <a:lum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33388"/>
            <a:ext cx="12192000" cy="59912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5882940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Afbeelding 2" descr="Schermopname (623)">
            <a:extLst>
              <a:ext uri="{FF2B5EF4-FFF2-40B4-BE49-F238E27FC236}">
                <a16:creationId xmlns:a16="http://schemas.microsoft.com/office/drawing/2014/main" id="{20C9D95E-6961-4F55-A979-5EDB946362B3}"/>
              </a:ext>
            </a:extLst>
          </p:cNvPr>
          <p:cNvPicPr>
            <a:picLocks noGrp="1" noChangeAspect="1"/>
          </p:cNvPicPr>
          <p:nvPr isPhoto="1"/>
        </p:nvPicPr>
        <p:blipFill>
          <a:blip r:embed="rId2">
            <a:lum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7625"/>
            <a:ext cx="12192000" cy="6762750"/>
          </a:xfrm>
          <a:prstGeom prst="rect">
            <a:avLst/>
          </a:prstGeom>
        </p:spPr>
      </p:pic>
      <mc:AlternateContent xmlns:mc="http://schemas.openxmlformats.org/markup-compatibility/2006">
        <mc:Choice xmlns:p14="http://schemas.microsoft.com/office/powerpoint/2010/main" Requires="p14">
          <p:contentPart p14:bwMode="auto" r:id="rId3">
            <p14:nvContentPartPr>
              <p14:cNvPr id="5" name="Inkt 4">
                <a:extLst>
                  <a:ext uri="{FF2B5EF4-FFF2-40B4-BE49-F238E27FC236}">
                    <a16:creationId xmlns:a16="http://schemas.microsoft.com/office/drawing/2014/main" id="{EEA4C398-0A08-850B-2A27-807CE7798C64}"/>
                  </a:ext>
                </a:extLst>
              </p14:cNvPr>
              <p14:cNvContentPartPr/>
              <p14:nvPr/>
            </p14:nvContentPartPr>
            <p14:xfrm>
              <a:off x="674657" y="6401040"/>
              <a:ext cx="3211920" cy="720"/>
            </p14:xfrm>
          </p:contentPart>
        </mc:Choice>
        <mc:Fallback>
          <p:pic>
            <p:nvPicPr>
              <p:cNvPr id="5" name="Inkt 4">
                <a:extLst>
                  <a:ext uri="{FF2B5EF4-FFF2-40B4-BE49-F238E27FC236}">
                    <a16:creationId xmlns:a16="http://schemas.microsoft.com/office/drawing/2014/main" id="{EEA4C398-0A08-850B-2A27-807CE7798C64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668537" y="6388800"/>
                <a:ext cx="3224160" cy="25200"/>
              </a:xfrm>
              <a:prstGeom prst="rect">
                <a:avLst/>
              </a:prstGeom>
            </p:spPr>
          </p:pic>
        </mc:Fallback>
      </mc:AlternateContent>
      <p:grpSp>
        <p:nvGrpSpPr>
          <p:cNvPr id="12" name="Groep 11">
            <a:extLst>
              <a:ext uri="{FF2B5EF4-FFF2-40B4-BE49-F238E27FC236}">
                <a16:creationId xmlns:a16="http://schemas.microsoft.com/office/drawing/2014/main" id="{61EEC292-3128-D4CF-31AD-5E72C04B3AE1}"/>
              </a:ext>
            </a:extLst>
          </p:cNvPr>
          <p:cNvGrpSpPr/>
          <p:nvPr/>
        </p:nvGrpSpPr>
        <p:grpSpPr>
          <a:xfrm>
            <a:off x="750977" y="6226080"/>
            <a:ext cx="3557880" cy="381960"/>
            <a:chOff x="750977" y="6226080"/>
            <a:chExt cx="3557880" cy="38196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5">
              <p14:nvContentPartPr>
                <p14:cNvPr id="6" name="Inkt 5">
                  <a:extLst>
                    <a:ext uri="{FF2B5EF4-FFF2-40B4-BE49-F238E27FC236}">
                      <a16:creationId xmlns:a16="http://schemas.microsoft.com/office/drawing/2014/main" id="{31C3FF79-17C9-90C3-B135-1DAEAEB51ACE}"/>
                    </a:ext>
                  </a:extLst>
                </p14:cNvPr>
                <p14:cNvContentPartPr/>
                <p14:nvPr/>
              </p14:nvContentPartPr>
              <p14:xfrm>
                <a:off x="849257" y="6258840"/>
                <a:ext cx="3459600" cy="160200"/>
              </p14:xfrm>
            </p:contentPart>
          </mc:Choice>
          <mc:Fallback>
            <p:pic>
              <p:nvPicPr>
                <p:cNvPr id="6" name="Inkt 5">
                  <a:extLst>
                    <a:ext uri="{FF2B5EF4-FFF2-40B4-BE49-F238E27FC236}">
                      <a16:creationId xmlns:a16="http://schemas.microsoft.com/office/drawing/2014/main" id="{31C3FF79-17C9-90C3-B135-1DAEAEB51ACE}"/>
                    </a:ext>
                  </a:extLst>
                </p:cNvPr>
                <p:cNvPicPr/>
                <p:nvPr/>
              </p:nvPicPr>
              <p:blipFill>
                <a:blip r:embed="rId6"/>
                <a:stretch>
                  <a:fillRect/>
                </a:stretch>
              </p:blipFill>
              <p:spPr>
                <a:xfrm>
                  <a:off x="843137" y="6252720"/>
                  <a:ext cx="3471840" cy="172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">
              <p14:nvContentPartPr>
                <p14:cNvPr id="7" name="Inkt 6">
                  <a:extLst>
                    <a:ext uri="{FF2B5EF4-FFF2-40B4-BE49-F238E27FC236}">
                      <a16:creationId xmlns:a16="http://schemas.microsoft.com/office/drawing/2014/main" id="{74F4B939-0EB9-6BE5-0743-1947AD055AD9}"/>
                    </a:ext>
                  </a:extLst>
                </p14:cNvPr>
                <p14:cNvContentPartPr/>
                <p14:nvPr/>
              </p14:nvContentPartPr>
              <p14:xfrm>
                <a:off x="849257" y="6337320"/>
                <a:ext cx="2873160" cy="270720"/>
              </p14:xfrm>
            </p:contentPart>
          </mc:Choice>
          <mc:Fallback>
            <p:pic>
              <p:nvPicPr>
                <p:cNvPr id="7" name="Inkt 6">
                  <a:extLst>
                    <a:ext uri="{FF2B5EF4-FFF2-40B4-BE49-F238E27FC236}">
                      <a16:creationId xmlns:a16="http://schemas.microsoft.com/office/drawing/2014/main" id="{74F4B939-0EB9-6BE5-0743-1947AD055AD9}"/>
                    </a:ext>
                  </a:extLst>
                </p:cNvPr>
                <p:cNvPicPr/>
                <p:nvPr/>
              </p:nvPicPr>
              <p:blipFill>
                <a:blip r:embed="rId8"/>
                <a:stretch>
                  <a:fillRect/>
                </a:stretch>
              </p:blipFill>
              <p:spPr>
                <a:xfrm>
                  <a:off x="843137" y="6331200"/>
                  <a:ext cx="2885400" cy="282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">
              <p14:nvContentPartPr>
                <p14:cNvPr id="9" name="Inkt 8">
                  <a:extLst>
                    <a:ext uri="{FF2B5EF4-FFF2-40B4-BE49-F238E27FC236}">
                      <a16:creationId xmlns:a16="http://schemas.microsoft.com/office/drawing/2014/main" id="{2F0F8F75-534E-2629-D995-63C00B69E4ED}"/>
                    </a:ext>
                  </a:extLst>
                </p14:cNvPr>
                <p14:cNvContentPartPr/>
                <p14:nvPr/>
              </p14:nvContentPartPr>
              <p14:xfrm>
                <a:off x="2819177" y="6226080"/>
                <a:ext cx="895680" cy="284760"/>
              </p14:xfrm>
            </p:contentPart>
          </mc:Choice>
          <mc:Fallback>
            <p:pic>
              <p:nvPicPr>
                <p:cNvPr id="9" name="Inkt 8">
                  <a:extLst>
                    <a:ext uri="{FF2B5EF4-FFF2-40B4-BE49-F238E27FC236}">
                      <a16:creationId xmlns:a16="http://schemas.microsoft.com/office/drawing/2014/main" id="{2F0F8F75-534E-2629-D995-63C00B69E4ED}"/>
                    </a:ext>
                  </a:extLst>
                </p:cNvPr>
                <p:cNvPicPr/>
                <p:nvPr/>
              </p:nvPicPr>
              <p:blipFill>
                <a:blip r:embed="rId10"/>
                <a:stretch>
                  <a:fillRect/>
                </a:stretch>
              </p:blipFill>
              <p:spPr>
                <a:xfrm>
                  <a:off x="2813057" y="6219960"/>
                  <a:ext cx="907920" cy="297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">
              <p14:nvContentPartPr>
                <p14:cNvPr id="11" name="Inkt 10">
                  <a:extLst>
                    <a:ext uri="{FF2B5EF4-FFF2-40B4-BE49-F238E27FC236}">
                      <a16:creationId xmlns:a16="http://schemas.microsoft.com/office/drawing/2014/main" id="{50DA1EA6-AA94-1889-6D61-923974DEFEEA}"/>
                    </a:ext>
                  </a:extLst>
                </p14:cNvPr>
                <p14:cNvContentPartPr/>
                <p14:nvPr/>
              </p14:nvContentPartPr>
              <p14:xfrm>
                <a:off x="750977" y="6247320"/>
                <a:ext cx="2751840" cy="262800"/>
              </p14:xfrm>
            </p:contentPart>
          </mc:Choice>
          <mc:Fallback>
            <p:pic>
              <p:nvPicPr>
                <p:cNvPr id="11" name="Inkt 10">
                  <a:extLst>
                    <a:ext uri="{FF2B5EF4-FFF2-40B4-BE49-F238E27FC236}">
                      <a16:creationId xmlns:a16="http://schemas.microsoft.com/office/drawing/2014/main" id="{50DA1EA6-AA94-1889-6D61-923974DEFEEA}"/>
                    </a:ext>
                  </a:extLst>
                </p:cNvPr>
                <p:cNvPicPr/>
                <p:nvPr/>
              </p:nvPicPr>
              <p:blipFill>
                <a:blip r:embed="rId12"/>
                <a:stretch>
                  <a:fillRect/>
                </a:stretch>
              </p:blipFill>
              <p:spPr>
                <a:xfrm>
                  <a:off x="744857" y="6241200"/>
                  <a:ext cx="2764080" cy="275040"/>
                </a:xfrm>
                <a:prstGeom prst="rect">
                  <a:avLst/>
                </a:prstGeom>
              </p:spPr>
            </p:pic>
          </mc:Fallback>
        </mc:AlternateContent>
      </p:grpSp>
    </p:spTree>
    <p:extLst>
      <p:ext uri="{BB962C8B-B14F-4D97-AF65-F5344CB8AC3E}">
        <p14:creationId xmlns:p14="http://schemas.microsoft.com/office/powerpoint/2010/main" val="296768490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Afbeelding 2" descr="Schermopname (622)">
            <a:extLst>
              <a:ext uri="{FF2B5EF4-FFF2-40B4-BE49-F238E27FC236}">
                <a16:creationId xmlns:a16="http://schemas.microsoft.com/office/drawing/2014/main" id="{1609F965-6C69-C0C8-59DB-7E7533D6EE01}"/>
              </a:ext>
            </a:extLst>
          </p:cNvPr>
          <p:cNvPicPr>
            <a:picLocks noGrp="1" noChangeAspect="1"/>
          </p:cNvPicPr>
          <p:nvPr isPhoto="1"/>
        </p:nvPicPr>
        <p:blipFill>
          <a:blip r:embed="rId2">
            <a:lum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87350" y="0"/>
            <a:ext cx="11415713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4412153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Afbeelding 2" descr="Schermopname (624)">
            <a:extLst>
              <a:ext uri="{FF2B5EF4-FFF2-40B4-BE49-F238E27FC236}">
                <a16:creationId xmlns:a16="http://schemas.microsoft.com/office/drawing/2014/main" id="{7F89AC23-73C9-6764-71D9-9C430021F4ED}"/>
              </a:ext>
            </a:extLst>
          </p:cNvPr>
          <p:cNvPicPr>
            <a:picLocks noGrp="1" noChangeAspect="1"/>
          </p:cNvPicPr>
          <p:nvPr isPhoto="1"/>
        </p:nvPicPr>
        <p:blipFill>
          <a:blip r:embed="rId2">
            <a:lum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30163"/>
            <a:ext cx="12192000" cy="67960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9227170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Afbeelding 2" descr="Schermopname (625)">
            <a:extLst>
              <a:ext uri="{FF2B5EF4-FFF2-40B4-BE49-F238E27FC236}">
                <a16:creationId xmlns:a16="http://schemas.microsoft.com/office/drawing/2014/main" id="{593C3E5B-AB3C-CE54-0292-184F5AF22EA7}"/>
              </a:ext>
            </a:extLst>
          </p:cNvPr>
          <p:cNvPicPr>
            <a:picLocks noGrp="1" noChangeAspect="1"/>
          </p:cNvPicPr>
          <p:nvPr isPhoto="1"/>
        </p:nvPicPr>
        <p:blipFill>
          <a:blip r:embed="rId2">
            <a:lum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8263" y="0"/>
            <a:ext cx="12055475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4047934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Afbeelding 2" descr="Schermopname (626)">
            <a:extLst>
              <a:ext uri="{FF2B5EF4-FFF2-40B4-BE49-F238E27FC236}">
                <a16:creationId xmlns:a16="http://schemas.microsoft.com/office/drawing/2014/main" id="{C33758F4-BEE1-9062-D49F-5BD9897AEB2A}"/>
              </a:ext>
            </a:extLst>
          </p:cNvPr>
          <p:cNvPicPr>
            <a:picLocks noGrp="1" noChangeAspect="1"/>
          </p:cNvPicPr>
          <p:nvPr isPhoto="1"/>
        </p:nvPicPr>
        <p:blipFill>
          <a:blip r:embed="rId2">
            <a:lum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5563" y="0"/>
            <a:ext cx="12079287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4305427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Afbeelding 2" descr="Schermopname (627)">
            <a:extLst>
              <a:ext uri="{FF2B5EF4-FFF2-40B4-BE49-F238E27FC236}">
                <a16:creationId xmlns:a16="http://schemas.microsoft.com/office/drawing/2014/main" id="{28AC7236-2A17-E7D5-BDB9-EE26D453F3EF}"/>
              </a:ext>
            </a:extLst>
          </p:cNvPr>
          <p:cNvPicPr>
            <a:picLocks noGrp="1" noChangeAspect="1"/>
          </p:cNvPicPr>
          <p:nvPr isPhoto="1"/>
        </p:nvPicPr>
        <p:blipFill>
          <a:blip r:embed="rId2">
            <a:lum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212725"/>
            <a:ext cx="12192000" cy="64309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5413518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Afbeelding 2" descr="Schermopname (628)">
            <a:extLst>
              <a:ext uri="{FF2B5EF4-FFF2-40B4-BE49-F238E27FC236}">
                <a16:creationId xmlns:a16="http://schemas.microsoft.com/office/drawing/2014/main" id="{8A8E678B-63CE-816E-2B8E-C9F92E8C378C}"/>
              </a:ext>
            </a:extLst>
          </p:cNvPr>
          <p:cNvPicPr>
            <a:picLocks noGrp="1" noChangeAspect="1"/>
          </p:cNvPicPr>
          <p:nvPr isPhoto="1"/>
        </p:nvPicPr>
        <p:blipFill>
          <a:blip r:embed="rId2">
            <a:lum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77800"/>
            <a:ext cx="12192000" cy="6502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8050627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Afbeelding 2" descr="Schermopname (629)">
            <a:extLst>
              <a:ext uri="{FF2B5EF4-FFF2-40B4-BE49-F238E27FC236}">
                <a16:creationId xmlns:a16="http://schemas.microsoft.com/office/drawing/2014/main" id="{14007ED0-9D7E-0340-96D3-74E2E071C9B0}"/>
              </a:ext>
            </a:extLst>
          </p:cNvPr>
          <p:cNvPicPr>
            <a:picLocks noGrp="1" noChangeAspect="1"/>
          </p:cNvPicPr>
          <p:nvPr isPhoto="1"/>
        </p:nvPicPr>
        <p:blipFill>
          <a:blip r:embed="rId2">
            <a:lum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306388"/>
            <a:ext cx="12192000" cy="62452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69477808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Afbeelding 2" descr="Schermopname (631)">
            <a:extLst>
              <a:ext uri="{FF2B5EF4-FFF2-40B4-BE49-F238E27FC236}">
                <a16:creationId xmlns:a16="http://schemas.microsoft.com/office/drawing/2014/main" id="{7ABFF254-AF41-388B-D240-1DCE3D39E971}"/>
              </a:ext>
            </a:extLst>
          </p:cNvPr>
          <p:cNvPicPr>
            <a:picLocks noGrp="1" noChangeAspect="1"/>
          </p:cNvPicPr>
          <p:nvPr isPhoto="1"/>
        </p:nvPicPr>
        <p:blipFill>
          <a:blip r:embed="rId2">
            <a:lum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98425"/>
            <a:ext cx="12192000" cy="66611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95582242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Afbeelding 2" descr="Schermopname (632)">
            <a:extLst>
              <a:ext uri="{FF2B5EF4-FFF2-40B4-BE49-F238E27FC236}">
                <a16:creationId xmlns:a16="http://schemas.microsoft.com/office/drawing/2014/main" id="{DB274056-91C2-9497-916E-87139E300588}"/>
              </a:ext>
            </a:extLst>
          </p:cNvPr>
          <p:cNvPicPr>
            <a:picLocks noGrp="1" noChangeAspect="1"/>
          </p:cNvPicPr>
          <p:nvPr isPhoto="1"/>
        </p:nvPicPr>
        <p:blipFill>
          <a:blip r:embed="rId2">
            <a:lum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236538"/>
            <a:ext cx="12192000" cy="63833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47579743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Afbeelding 2" descr="Schermopname (633)">
            <a:extLst>
              <a:ext uri="{FF2B5EF4-FFF2-40B4-BE49-F238E27FC236}">
                <a16:creationId xmlns:a16="http://schemas.microsoft.com/office/drawing/2014/main" id="{8ACFC485-1E04-304D-FBB3-0BB14EE00923}"/>
              </a:ext>
            </a:extLst>
          </p:cNvPr>
          <p:cNvPicPr>
            <a:picLocks noGrp="1" noChangeAspect="1"/>
          </p:cNvPicPr>
          <p:nvPr isPhoto="1"/>
        </p:nvPicPr>
        <p:blipFill>
          <a:blip r:embed="rId2">
            <a:lum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19063"/>
            <a:ext cx="12192000" cy="66182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65108955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Afbeelding 2" descr="Schermopname (634)">
            <a:extLst>
              <a:ext uri="{FF2B5EF4-FFF2-40B4-BE49-F238E27FC236}">
                <a16:creationId xmlns:a16="http://schemas.microsoft.com/office/drawing/2014/main" id="{70A67A1A-B67F-6B1A-019F-E944DBA9878B}"/>
              </a:ext>
            </a:extLst>
          </p:cNvPr>
          <p:cNvPicPr>
            <a:picLocks noGrp="1" noChangeAspect="1"/>
          </p:cNvPicPr>
          <p:nvPr isPhoto="1"/>
        </p:nvPicPr>
        <p:blipFill>
          <a:blip r:embed="rId2">
            <a:lum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06363"/>
            <a:ext cx="12192000" cy="66452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23381398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Afbeelding 2" descr="Schermopname (635)">
            <a:extLst>
              <a:ext uri="{FF2B5EF4-FFF2-40B4-BE49-F238E27FC236}">
                <a16:creationId xmlns:a16="http://schemas.microsoft.com/office/drawing/2014/main" id="{1CA8C164-DBE4-5DA0-2D3D-4756B0D5BCA1}"/>
              </a:ext>
            </a:extLst>
          </p:cNvPr>
          <p:cNvPicPr>
            <a:picLocks noGrp="1" noChangeAspect="1"/>
          </p:cNvPicPr>
          <p:nvPr isPhoto="1"/>
        </p:nvPicPr>
        <p:blipFill>
          <a:blip r:embed="rId2">
            <a:lum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500" y="0"/>
            <a:ext cx="12063413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21113561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Afbeelding 2" descr="Schermopname (636)">
            <a:extLst>
              <a:ext uri="{FF2B5EF4-FFF2-40B4-BE49-F238E27FC236}">
                <a16:creationId xmlns:a16="http://schemas.microsoft.com/office/drawing/2014/main" id="{8E571643-A1C1-55A0-5D29-A9D35FF7B899}"/>
              </a:ext>
            </a:extLst>
          </p:cNvPr>
          <p:cNvPicPr>
            <a:picLocks noGrp="1" noChangeAspect="1"/>
          </p:cNvPicPr>
          <p:nvPr isPhoto="1"/>
        </p:nvPicPr>
        <p:blipFill>
          <a:blip r:embed="rId2">
            <a:lum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0413" y="0"/>
            <a:ext cx="10671175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57868469"/>
      </p:ext>
    </p:extLst>
  </p:cSld>
  <p:clrMapOvr>
    <a:masterClrMapping/>
  </p:clrMapOvr>
</p:sld>
</file>

<file path=ppt/theme/theme1.xml><?xml version="1.0" encoding="utf-8"?>
<a:theme xmlns:a="http://schemas.openxmlformats.org/drawingml/2006/main" name="Kantoorthema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</TotalTime>
  <Words>3</Words>
  <Application>Microsoft Office PowerPoint</Application>
  <PresentationFormat>Breedbeeld</PresentationFormat>
  <Paragraphs>2</Paragraphs>
  <Slides>21</Slides>
  <Notes>0</Notes>
  <HiddenSlides>0</HiddenSlides>
  <MMClips>0</MMClips>
  <ScaleCrop>false</ScaleCrop>
  <HeadingPairs>
    <vt:vector size="6" baseType="variant">
      <vt:variant>
        <vt:lpstr>Gebruikte lettertypen</vt:lpstr>
      </vt:variant>
      <vt:variant>
        <vt:i4>3</vt:i4>
      </vt:variant>
      <vt:variant>
        <vt:lpstr>Thema</vt:lpstr>
      </vt:variant>
      <vt:variant>
        <vt:i4>1</vt:i4>
      </vt:variant>
      <vt:variant>
        <vt:lpstr>Diatitels</vt:lpstr>
      </vt:variant>
      <vt:variant>
        <vt:i4>21</vt:i4>
      </vt:variant>
    </vt:vector>
  </HeadingPairs>
  <TitlesOfParts>
    <vt:vector size="25" baseType="lpstr">
      <vt:lpstr>Aptos</vt:lpstr>
      <vt:lpstr>Aptos Display</vt:lpstr>
      <vt:lpstr>Arial</vt:lpstr>
      <vt:lpstr>Kantoorthema</vt:lpstr>
      <vt:lpstr>Division</vt:lpstr>
      <vt:lpstr>PowerPoint-presentatie</vt:lpstr>
      <vt:lpstr>PowerPoint-presentatie</vt:lpstr>
      <vt:lpstr>PowerPoint-presentatie</vt:lpstr>
      <vt:lpstr>PowerPoint-presentatie</vt:lpstr>
      <vt:lpstr>PowerPoint-presentatie</vt:lpstr>
      <vt:lpstr>PowerPoint-presentatie</vt:lpstr>
      <vt:lpstr>PowerPoint-presentatie</vt:lpstr>
      <vt:lpstr>PowerPoint-presentatie</vt:lpstr>
      <vt:lpstr>PowerPoint-presentatie</vt:lpstr>
      <vt:lpstr>PowerPoint-presentatie</vt:lpstr>
      <vt:lpstr>PowerPoint-presentatie</vt:lpstr>
      <vt:lpstr>PowerPoint-presentatie</vt:lpstr>
      <vt:lpstr>PowerPoint-presentatie</vt:lpstr>
      <vt:lpstr>PowerPoint-presentatie</vt:lpstr>
      <vt:lpstr>PowerPoint-presentatie</vt:lpstr>
      <vt:lpstr>PowerPoint-presentatie</vt:lpstr>
      <vt:lpstr>PowerPoint-presentatie</vt:lpstr>
      <vt:lpstr>PowerPoint-presentatie</vt:lpstr>
      <vt:lpstr>PowerPoint-presentatie</vt:lpstr>
      <vt:lpstr>PowerPoint-presentatie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William van Gelderen</dc:creator>
  <cp:lastModifiedBy>William van Gelderen</cp:lastModifiedBy>
  <cp:revision>1</cp:revision>
  <dcterms:created xsi:type="dcterms:W3CDTF">2026-03-12T17:30:27Z</dcterms:created>
  <dcterms:modified xsi:type="dcterms:W3CDTF">2026-03-12T17:35:21Z</dcterms:modified>
</cp:coreProperties>
</file>
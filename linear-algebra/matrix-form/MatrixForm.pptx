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photoAlbum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5033E3-E79F-A801-6A5C-7E52BC36D1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646CCC54-4503-6DFB-4D1C-761F03A7D2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F635861-6E36-16E1-01E1-01597BFDE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AA2A0-B57A-41DF-AD18-CEF093072E31}" type="datetimeFigureOut">
              <a:rPr lang="nl-NL" smtClean="0"/>
              <a:t>20-9-2026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5DF86B6-7E57-67B7-3710-98D557F63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B3EACA9-02C5-5C72-ECA5-E770E5206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49533-F4B8-4C55-A702-7E2E79A203F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70413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45F599-A968-036C-4E0A-18261A43B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8CC9F8E-8254-9014-1FF6-2BDC756FB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121236F-5E20-B48A-6C11-AAEB4B75F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AA2A0-B57A-41DF-AD18-CEF093072E31}" type="datetimeFigureOut">
              <a:rPr lang="nl-NL" smtClean="0"/>
              <a:t>20-9-2026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05BD7B8-4DED-F302-8B93-CC611891E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C879037-79EA-76D8-0C80-B75B8E1C6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49533-F4B8-4C55-A702-7E2E79A203F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59974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0BC709-7264-C07B-5D28-7B441B893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CE14F24-D4BF-105A-A848-7F45739BC8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EABFC6E-B0A3-EAB2-E0D9-C55A681FA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AA2A0-B57A-41DF-AD18-CEF093072E31}" type="datetimeFigureOut">
              <a:rPr lang="nl-NL" smtClean="0"/>
              <a:t>20-9-2026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2123D09-1ACB-4BCD-50B3-67B067C2E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6390CDE-0A8D-7006-9619-CF7A7123D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49533-F4B8-4C55-A702-7E2E79A203F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09466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30F40A-F8E7-486C-E48E-E69D8B35D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EF0A34C-74C5-D66A-BFC3-EC11081063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5DB2F47C-9739-A60C-ABBB-141C4F99F6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DF0D0FA1-EC21-B1FE-E881-EDA77C958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AA2A0-B57A-41DF-AD18-CEF093072E31}" type="datetimeFigureOut">
              <a:rPr lang="nl-NL" smtClean="0"/>
              <a:t>20-9-2026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F5D21CE-996B-AD60-52AE-17D75F7C7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64C0219-6B6C-B1CD-B762-3B4A20EE5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49533-F4B8-4C55-A702-7E2E79A203F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49488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B95C5F-6E06-32C3-06CE-C5F5A764D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8570A57-40AC-C755-AE0B-A4BDB2EB7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3C977FA6-7E8B-9423-B53C-42A5DC3653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58F0DB62-55B3-935E-643D-AF6B7EA618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B0BDDF58-440C-C83F-B494-4D0212E958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363DC8F9-DFA4-B2C1-FBA6-C7E3A1012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AA2A0-B57A-41DF-AD18-CEF093072E31}" type="datetimeFigureOut">
              <a:rPr lang="nl-NL" smtClean="0"/>
              <a:t>20-9-2026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11E9E3DE-7AF2-9953-17A0-6375CBF7F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84A4D01B-D592-F81F-8A3B-836119DDD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49533-F4B8-4C55-A702-7E2E79A203F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452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D7029B-DACF-5D9E-5FE5-0C4B01F89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1574E3C9-08AE-44C9-5156-8E190AD8E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AA2A0-B57A-41DF-AD18-CEF093072E31}" type="datetimeFigureOut">
              <a:rPr lang="nl-NL" smtClean="0"/>
              <a:t>20-9-2026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9EC94A5B-28C2-5513-7F9D-28F0A59B1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A8C5F9E2-792D-B48D-6B3F-1BB46B1D7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49533-F4B8-4C55-A702-7E2E79A203F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87055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7C362E78-045F-78F9-E202-FC2F465C3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AA2A0-B57A-41DF-AD18-CEF093072E31}" type="datetimeFigureOut">
              <a:rPr lang="nl-NL" smtClean="0"/>
              <a:t>20-9-2026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05DA5C78-166E-096F-5F90-5F28D737E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6F4F13D-5BE6-53C2-26BA-159E1E4A5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49533-F4B8-4C55-A702-7E2E79A203F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76789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F6D23F-707C-367E-6CCC-26A0FE270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F39132D-EC9D-9B84-A3E8-E0BFA3385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41A1B97-88DD-E4E0-6B0D-579FACB1B8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50E95F65-C5C7-AE16-BCFF-8F526482E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AA2A0-B57A-41DF-AD18-CEF093072E31}" type="datetimeFigureOut">
              <a:rPr lang="nl-NL" smtClean="0"/>
              <a:t>20-9-2026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89F2EF2-B8EB-B81C-F9BB-E506D5E35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845AB36-2304-FBCC-57BF-AC7A71137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49533-F4B8-4C55-A702-7E2E79A203F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14833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D27790-9A38-1B85-9005-AFD8B336D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50CBEF32-3D90-3163-7CAA-508BCADB43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156AA79F-2BE5-61D2-3803-9C5C78A619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E393ABC2-FB78-0399-4A57-32050956D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AA2A0-B57A-41DF-AD18-CEF093072E31}" type="datetimeFigureOut">
              <a:rPr lang="nl-NL" smtClean="0"/>
              <a:t>20-9-2026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0070AB5-AC96-2E77-5F57-5399110DA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9381559-D36E-99FF-3C2F-E53665053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49533-F4B8-4C55-A702-7E2E79A203F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5681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57CF9D-8497-4C4F-89D7-9CDC0A44A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0944EB9E-93C3-1355-9835-BB3293F97A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81CF246-9F21-BEB7-8E7A-44A96CE9D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AA2A0-B57A-41DF-AD18-CEF093072E31}" type="datetimeFigureOut">
              <a:rPr lang="nl-NL" smtClean="0"/>
              <a:t>20-9-2026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2E4F20D-2F93-43F7-44AA-21315286B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B24034E-03BA-6031-3FFA-8E70FD6A6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49533-F4B8-4C55-A702-7E2E79A203F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61534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47D263E0-BC18-9328-A6C2-92046C70B7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EA551D06-F4BB-C2AD-81D4-E53736AEAF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AF7B214-166F-532B-729C-8B9FA5189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AA2A0-B57A-41DF-AD18-CEF093072E31}" type="datetimeFigureOut">
              <a:rPr lang="nl-NL" smtClean="0"/>
              <a:t>20-9-2026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8AFA3AA-7A8D-BE20-BC01-396C3EFC3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150F649-2403-D81B-5F46-D81677EE3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49533-F4B8-4C55-A702-7E2E79A203F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9533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BF23C619-B937-874C-1F5A-4C8A60DB9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9AB82023-E687-F318-52EA-4358873C68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1CA7E36-D78E-E95D-F98C-BCA12B75E6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0AA2A0-B57A-41DF-AD18-CEF093072E31}" type="datetimeFigureOut">
              <a:rPr lang="nl-NL" smtClean="0"/>
              <a:t>20-9-2026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2F9EB10-F109-7AE4-871F-A42DBC1004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2BBE76F-E6F7-D04C-12AF-3A89EDA676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749533-F4B8-4C55-A702-7E2E79A203F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877833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88827D-12F6-4B49-6E84-531D9D9305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Matrix Form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2C05F7BE-2A72-58BD-D171-3AE804F3C7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dirty="0" err="1"/>
              <a:t>Hurles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92847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45)">
            <a:extLst>
              <a:ext uri="{FF2B5EF4-FFF2-40B4-BE49-F238E27FC236}">
                <a16:creationId xmlns:a16="http://schemas.microsoft.com/office/drawing/2014/main" id="{60767FC6-2917-2A63-0FC4-A241A785498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55650"/>
            <a:ext cx="12192000" cy="534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405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46)">
            <a:extLst>
              <a:ext uri="{FF2B5EF4-FFF2-40B4-BE49-F238E27FC236}">
                <a16:creationId xmlns:a16="http://schemas.microsoft.com/office/drawing/2014/main" id="{35C3B586-6186-6CA9-4C70-09480BA29BB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38213"/>
            <a:ext cx="12192000" cy="498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431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47)">
            <a:extLst>
              <a:ext uri="{FF2B5EF4-FFF2-40B4-BE49-F238E27FC236}">
                <a16:creationId xmlns:a16="http://schemas.microsoft.com/office/drawing/2014/main" id="{E675CC05-6B3E-DA3C-EFBB-2A29AC06CE3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85813"/>
            <a:ext cx="12192000" cy="5284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512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48)">
            <a:extLst>
              <a:ext uri="{FF2B5EF4-FFF2-40B4-BE49-F238E27FC236}">
                <a16:creationId xmlns:a16="http://schemas.microsoft.com/office/drawing/2014/main" id="{EF23662E-A30B-E8D8-C041-5540CDA0000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0413"/>
            <a:ext cx="12192000" cy="533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39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48a)">
            <a:extLst>
              <a:ext uri="{FF2B5EF4-FFF2-40B4-BE49-F238E27FC236}">
                <a16:creationId xmlns:a16="http://schemas.microsoft.com/office/drawing/2014/main" id="{528021FF-8CF9-B6D7-D0F1-8EE26F720AE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0" y="0"/>
            <a:ext cx="113284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933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48b)">
            <a:extLst>
              <a:ext uri="{FF2B5EF4-FFF2-40B4-BE49-F238E27FC236}">
                <a16:creationId xmlns:a16="http://schemas.microsoft.com/office/drawing/2014/main" id="{0E53C439-A635-0BDC-1860-97F958FA99A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88" y="0"/>
            <a:ext cx="12112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593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386603F5-4D48-2254-C359-06A70EA934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8805"/>
            <a:ext cx="12192000" cy="5500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526341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Breedbeeld</PresentationFormat>
  <Paragraphs>2</Paragraphs>
  <Slides>8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Kantoorthema</vt:lpstr>
      <vt:lpstr>Matrix Form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van Gelderen</dc:creator>
  <cp:lastModifiedBy>William van Gelderen</cp:lastModifiedBy>
  <cp:revision>2</cp:revision>
  <dcterms:created xsi:type="dcterms:W3CDTF">2026-09-19T20:16:27Z</dcterms:created>
  <dcterms:modified xsi:type="dcterms:W3CDTF">2026-09-20T14:38:14Z</dcterms:modified>
</cp:coreProperties>
</file>
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E60151-0C18-A053-3CB4-BA5A6BB9F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1E4E4C-570A-D107-1813-8D822A826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80345AD-BD7E-B99F-A7D7-8DA85734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35C4354-99D6-A227-3FAA-870AF8FBA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A444E9-E43B-E1E8-677F-05645B63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061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BC59C-0F24-7B4C-3D3D-2EC58180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F2652A-E48B-0B0C-B8DB-7A40B6C8E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73B0D6-D09A-6EEE-536A-A58E3D42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11EF267-52D4-F7BE-F986-6F7EFE9F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BECE55-59B5-E891-A1BE-9B200176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25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6640B-204A-36C0-4FD8-2D992611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AADA284-4B1C-B5B9-80A9-FA09BC771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2AAD821-970B-61B2-04FF-8571DDA0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56E6864-B4C6-D524-453C-1ABA087B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CCC1EB1-D985-335B-9BC5-406FB61E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0994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E9CA9C-BBE9-1F63-6965-118C01175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A1AC4A-E360-A904-DBA1-51FEF5538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956F88F-7AE3-84A8-517A-46588FBD5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FBCAE10-4094-76AD-F5B1-EBC08A7B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2120C2A-54B9-C9AA-0F62-A927F6BD6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EB32B10-1255-66A9-E37A-E0F374A4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474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1BD06-7952-B325-B6B3-91720124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0E78035-97B4-7B13-919A-8D95C0B7C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9EF7EEE-E529-A744-3089-39AF13720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4831792-FD85-6976-2FA4-5BDE485BF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39E0454-9B08-66F2-5FE6-382191FE9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5423CBD-B06E-AD93-95A7-2E664F05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F45E41B-EDA6-9F0F-C7F4-C83BB895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1B415D6-FAFF-AEA0-DF6C-B50112C7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961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289425-D8CA-1AEC-876F-508DD0C8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2CC1EBD-011C-3A7D-4B30-5C428E9E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5C9544F-5BE9-FFED-0078-43EC4B923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8606A5-0665-FB5D-471C-0C01CB64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142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01F4DAA-A226-0650-8877-1C9B2A68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5E8A424-5F7A-FD70-8887-AAB70298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8626A2-C605-4C14-A7D6-0939601B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473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549752-0FAE-D700-C6C4-6ECF67DF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44F3FF6-AD4C-8335-0101-F47B9D247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BA76795-F5D5-938C-23F0-EC2EDF6A2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645FDDC-CF9C-8CA3-B652-EA5E86F0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DFE382A-1E76-6402-C60D-3C4FAABC2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3093067-2CA8-A59D-E216-26071AB5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2166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5B9231-40B2-3441-4646-5A60D2804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3043096-EEE9-AA3F-0663-5571ED419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2F513A9-5C79-769A-0CDC-9F1970E95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A73CAF2-621E-4E1E-EFD9-78B2693F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F500D43-4FF5-C709-C59D-6286C666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3FA43E-C03D-6EDE-7D08-9CA73E49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125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F0DFD-7D59-50E3-30C5-56C5936F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018A73B-A7E7-D8BC-B362-D90EBE581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511F8D0-82C0-8190-FED5-AC0C37FC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CB534C-283F-693D-041A-2637CF6E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E4821B-F128-9D1B-6A8C-86D88C85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391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8F73D3F-95E7-9F1E-E8EF-60B82141B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C1B9B63-981E-6B48-8D07-FD0BFAF00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915725B-FFE1-D901-56FE-C0E83AB7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2112654-7975-9C44-BECA-3BA66ABC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C2391C-6688-E13A-7E56-3ECBC748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794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61FF45A2-6410-CFBA-2878-2CCD9EE5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86707F0-7C7A-A1EE-9541-D57376A37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9A6DD12-B793-780B-8052-149FF9684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5B10F-F7F2-40EF-9E54-778E158512B4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B6BCD18-E995-6368-DA72-61EF96C2A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0D6AB95-1D95-9EE5-346B-A7D8E7529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1A8BE-57D5-4481-A190-42162A283C3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06858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0D91C6-7C8F-528B-5803-5AE8204076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Matrix-vector operations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1F44F2-1713-5AA4-7B2F-1E956E9C49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4657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31)">
            <a:extLst>
              <a:ext uri="{FF2B5EF4-FFF2-40B4-BE49-F238E27FC236}">
                <a16:creationId xmlns:a16="http://schemas.microsoft.com/office/drawing/2014/main" id="{AEFBC8CE-800F-7281-180B-65047AF3D5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675"/>
            <a:ext cx="12192000" cy="596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7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35)">
            <a:extLst>
              <a:ext uri="{FF2B5EF4-FFF2-40B4-BE49-F238E27FC236}">
                <a16:creationId xmlns:a16="http://schemas.microsoft.com/office/drawing/2014/main" id="{0495E335-47B9-B11D-80CF-E052BFA807C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7525"/>
            <a:ext cx="12192000" cy="582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80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32)">
            <a:extLst>
              <a:ext uri="{FF2B5EF4-FFF2-40B4-BE49-F238E27FC236}">
                <a16:creationId xmlns:a16="http://schemas.microsoft.com/office/drawing/2014/main" id="{9510513D-872C-0105-5B04-020A6589FB1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813"/>
            <a:ext cx="12192000" cy="630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0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33)">
            <a:extLst>
              <a:ext uri="{FF2B5EF4-FFF2-40B4-BE49-F238E27FC236}">
                <a16:creationId xmlns:a16="http://schemas.microsoft.com/office/drawing/2014/main" id="{2687C6FA-CFA9-BFDD-62C1-F8AFAE60DD7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"/>
            <a:ext cx="12192000" cy="666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3692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Breedbeeld</PresentationFormat>
  <Paragraphs>2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Kantoorthema</vt:lpstr>
      <vt:lpstr>Matrix-vector operations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2026-09-18T17:19:03Z</dcterms:created>
  <dcterms:modified xsi:type="dcterms:W3CDTF">2026-09-18T17:21:00Z</dcterms:modified>
</cp:coreProperties>
</file>
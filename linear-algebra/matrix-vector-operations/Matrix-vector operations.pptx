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58" r:id="rId5"/>
    <p:sldId id="259" r:id="rId6"/>
  </p:sldIdLst>
  <p:sldSz cx="12192000" cy="6858000"/>
  <p:notesSz cx="6858000" cy="9144000"/>
  <p:photoAlbum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E60151-0C18-A053-3CB4-BA5A6BB9F1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A31E4E4C-570A-D107-1813-8D822A826C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F80345AD-BD7E-B99F-A7D7-8DA8573416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5B10F-F7F2-40EF-9E54-778E158512B4}" type="datetimeFigureOut">
              <a:rPr lang="nl-NL" smtClean="0"/>
              <a:t>22-9-2026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35C4354-99D6-A227-3FAA-870AF8FBA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F0A444E9-E43B-E1E8-677F-05645B63D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1A8BE-57D5-4481-A190-42162A283C32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890610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0BC59C-0F24-7B4C-3D3D-2EC581807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2F2652A-E48B-0B0C-B8DB-7A40B6C8E3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A73B0D6-D09A-6EEE-536A-A58E3D421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5B10F-F7F2-40EF-9E54-778E158512B4}" type="datetimeFigureOut">
              <a:rPr lang="nl-NL" smtClean="0"/>
              <a:t>22-9-2026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11EF267-52D4-F7BE-F986-6F7EFE9FB3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8BECE55-59B5-E891-A1BE-9B2001768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1A8BE-57D5-4481-A190-42162A283C32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4253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C76640B-204A-36C0-4FD8-2D992611D5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BAADA284-4B1C-B5B9-80A9-FA09BC771F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2AAD821-970B-61B2-04FF-8571DDA0C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5B10F-F7F2-40EF-9E54-778E158512B4}" type="datetimeFigureOut">
              <a:rPr lang="nl-NL" smtClean="0"/>
              <a:t>22-9-2026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656E6864-B4C6-D524-453C-1ABA087B1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CCC1EB1-D985-335B-9BC5-406FB61EF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1A8BE-57D5-4481-A190-42162A283C32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10994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E9CA9C-BBE9-1F63-6965-118C01175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0A1AC4A-E360-A904-DBA1-51FEF55389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4956F88F-7AE3-84A8-517A-46588FBD5B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AFBCAE10-4094-76AD-F5B1-EBC08A7B0A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5B10F-F7F2-40EF-9E54-778E158512B4}" type="datetimeFigureOut">
              <a:rPr lang="nl-NL" smtClean="0"/>
              <a:t>22-9-2026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92120C2A-54B9-C9AA-0F62-A927F6BD6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9EB32B10-1255-66A9-E37A-E0F374A42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1A8BE-57D5-4481-A190-42162A283C32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247491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B1BD06-7952-B325-B6B3-917201248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C0E78035-97B4-7B13-919A-8D95C0B7C5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B9EF7EEE-E529-A744-3089-39AF137209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A4831792-FD85-6976-2FA4-5BDE485BFE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B39E0454-9B08-66F2-5FE6-382191FE932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B5423CBD-B06E-AD93-95A7-2E664F05E6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5B10F-F7F2-40EF-9E54-778E158512B4}" type="datetimeFigureOut">
              <a:rPr lang="nl-NL" smtClean="0"/>
              <a:t>22-9-2026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FF45E41B-EDA6-9F0F-C7F4-C83BB895AB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31B415D6-FAFF-AEA0-DF6C-B50112C79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1A8BE-57D5-4481-A190-42162A283C32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496199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289425-D8CA-1AEC-876F-508DD0C8A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82CC1EBD-011C-3A7D-4B30-5C428E9E0A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5B10F-F7F2-40EF-9E54-778E158512B4}" type="datetimeFigureOut">
              <a:rPr lang="nl-NL" smtClean="0"/>
              <a:t>22-9-2026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25C9544F-5BE9-FFED-0078-43EC4B9231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1B8606A5-0665-FB5D-471C-0C01CB640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1A8BE-57D5-4481-A190-42162A283C32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414234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F01F4DAA-A226-0650-8877-1C9B2A68E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5B10F-F7F2-40EF-9E54-778E158512B4}" type="datetimeFigureOut">
              <a:rPr lang="nl-NL" smtClean="0"/>
              <a:t>22-9-2026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B5E8A424-5F7A-FD70-8887-AAB702982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6B8626A2-C605-4C14-A7D6-0939601B7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1A8BE-57D5-4481-A190-42162A283C32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44736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549752-0FAE-D700-C6C4-6ECF67DF04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44F3FF6-AD4C-8335-0101-F47B9D2479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4BA76795-F5D5-938C-23F0-EC2EDF6A27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5645FDDC-CF9C-8CA3-B652-EA5E86F01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5B10F-F7F2-40EF-9E54-778E158512B4}" type="datetimeFigureOut">
              <a:rPr lang="nl-NL" smtClean="0"/>
              <a:t>22-9-2026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7DFE382A-1E76-6402-C60D-3C4FAABC2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43093067-2CA8-A59D-E216-26071AB56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1A8BE-57D5-4481-A190-42162A283C32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821661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5B9231-40B2-3441-4646-5A60D2804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33043096-EEE9-AA3F-0663-5571ED419D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62F513A9-5C79-769A-0CDC-9F1970E95C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DA73CAF2-621E-4E1E-EFD9-78B2693FA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5B10F-F7F2-40EF-9E54-778E158512B4}" type="datetimeFigureOut">
              <a:rPr lang="nl-NL" smtClean="0"/>
              <a:t>22-9-2026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2F500D43-4FF5-C709-C59D-6286C6665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CE3FA43E-C03D-6EDE-7D08-9CA73E4960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1A8BE-57D5-4481-A190-42162A283C32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212595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EF0DFD-7D59-50E3-30C5-56C5936FF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6018A73B-A7E7-D8BC-B362-D90EBE5819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9511F8D0-82C0-8190-FED5-AC0C37FC7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5B10F-F7F2-40EF-9E54-778E158512B4}" type="datetimeFigureOut">
              <a:rPr lang="nl-NL" smtClean="0"/>
              <a:t>22-9-2026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6CB534C-283F-693D-041A-2637CF6E6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BE4821B-F128-9D1B-6A8C-86D88C854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1A8BE-57D5-4481-A190-42162A283C32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339178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98F73D3F-95E7-9F1E-E8EF-60B82141B7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CC1B9B63-981E-6B48-8D07-FD0BFAF00F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915725B-FFE1-D901-56FE-C0E83AB7E3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5B10F-F7F2-40EF-9E54-778E158512B4}" type="datetimeFigureOut">
              <a:rPr lang="nl-NL" smtClean="0"/>
              <a:t>22-9-2026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2112654-7975-9C44-BECA-3BA66ABC8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5C2391C-6688-E13A-7E56-3ECBC748C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1A8BE-57D5-4481-A190-42162A283C32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179473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61FF45A2-6410-CFBA-2878-2CCD9EE50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E86707F0-7C7A-A1EE-9541-D57376A372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9A6DD12-B793-780B-8052-149FF96842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75B10F-F7F2-40EF-9E54-778E158512B4}" type="datetimeFigureOut">
              <a:rPr lang="nl-NL" smtClean="0"/>
              <a:t>22-9-2026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B6BCD18-E995-6368-DA72-61EF96C2A1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0D6AB95-1D95-9EE5-346B-A7D8E75299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61A8BE-57D5-4481-A190-42162A283C32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5068587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0D91C6-7C8F-528B-5803-5AE8204076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Matrix-vector operations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CE1F44F2-1713-5AA4-7B2F-1E956E9C494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 err="1"/>
              <a:t>By</a:t>
            </a:r>
            <a:r>
              <a:rPr lang="nl-NL" dirty="0"/>
              <a:t> </a:t>
            </a:r>
            <a:r>
              <a:rPr lang="nl-NL" dirty="0" err="1"/>
              <a:t>Hurles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0846576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31)">
            <a:extLst>
              <a:ext uri="{FF2B5EF4-FFF2-40B4-BE49-F238E27FC236}">
                <a16:creationId xmlns:a16="http://schemas.microsoft.com/office/drawing/2014/main" id="{AEFBC8CE-800F-7281-180B-65047AF3D5A0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47675"/>
            <a:ext cx="12192000" cy="5961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71745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35)">
            <a:extLst>
              <a:ext uri="{FF2B5EF4-FFF2-40B4-BE49-F238E27FC236}">
                <a16:creationId xmlns:a16="http://schemas.microsoft.com/office/drawing/2014/main" id="{0495E335-47B9-B11D-80CF-E052BFA807C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17525"/>
            <a:ext cx="12192000" cy="5821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9807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32)">
            <a:extLst>
              <a:ext uri="{FF2B5EF4-FFF2-40B4-BE49-F238E27FC236}">
                <a16:creationId xmlns:a16="http://schemas.microsoft.com/office/drawing/2014/main" id="{9510513D-872C-0105-5B04-020A6589FB1D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77813"/>
            <a:ext cx="12192000" cy="630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6034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33)">
            <a:extLst>
              <a:ext uri="{FF2B5EF4-FFF2-40B4-BE49-F238E27FC236}">
                <a16:creationId xmlns:a16="http://schemas.microsoft.com/office/drawing/2014/main" id="{2687C6FA-CFA9-BFDD-62C1-F8AFAE60DD7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5250"/>
            <a:ext cx="12192000" cy="6665913"/>
          </a:xfrm>
          <a:prstGeom prst="rect">
            <a:avLst/>
          </a:prstGeom>
        </p:spPr>
      </p:pic>
      <p:pic>
        <p:nvPicPr>
          <p:cNvPr id="4" name="Afbeelding 3">
            <a:extLst>
              <a:ext uri="{FF2B5EF4-FFF2-40B4-BE49-F238E27FC236}">
                <a16:creationId xmlns:a16="http://schemas.microsoft.com/office/drawing/2014/main" id="{0AA9EBCE-B466-28E0-B2E4-5E0398E6A7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5250"/>
            <a:ext cx="12192000" cy="6672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6036929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4</Words>
  <Application>Microsoft Office PowerPoint</Application>
  <PresentationFormat>Breedbeeld</PresentationFormat>
  <Paragraphs>2</Paragraphs>
  <Slides>5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Kantoorthema</vt:lpstr>
      <vt:lpstr>Matrix-vector operations</vt:lpstr>
      <vt:lpstr>PowerPoint-presentatie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van Gelderen</dc:creator>
  <cp:lastModifiedBy>William van Gelderen</cp:lastModifiedBy>
  <cp:revision>2</cp:revision>
  <dcterms:created xsi:type="dcterms:W3CDTF">2026-09-18T17:19:03Z</dcterms:created>
  <dcterms:modified xsi:type="dcterms:W3CDTF">2026-09-22T11:54:01Z</dcterms:modified>
</cp:coreProperties>
</file>
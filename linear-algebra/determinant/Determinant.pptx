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photoAlbum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D04DA7-7EA5-DC88-29A1-38FA3B31F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E4ED0C8-3F54-1065-E97F-7679036C0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38D46B1-FAD9-CFA9-846C-35155975A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ACBE8-140A-4BDD-AD62-8905CE92A43E}" type="datetimeFigureOut">
              <a:rPr lang="nl-NL" smtClean="0"/>
              <a:t>29-9-2026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6F147E8-0537-DC56-1E59-AA10B72E1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7C63586-39C4-AB17-6A27-8D659A3C5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F4341-2752-4F42-8822-81A5B088D9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2425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CC429B-C7CA-4E2E-F55C-01212A01D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34AA3AD-0B73-CAED-BD0B-68E27AF0C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CA703D0-6D76-D36D-736F-C277A4201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ACBE8-140A-4BDD-AD62-8905CE92A43E}" type="datetimeFigureOut">
              <a:rPr lang="nl-NL" smtClean="0"/>
              <a:t>29-9-2026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272207-E618-18D8-5E86-19C36A1F3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840F476-9DEE-1AF1-F506-EA20F2D9B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F4341-2752-4F42-8822-81A5B088D9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1174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7E4F85-1B9A-91C7-F0CB-D7AD14CC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43B34CC-5B30-DC9A-1D2C-91FD9977A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B3F296F-23B5-A0F4-7E69-81F08B6F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ACBE8-140A-4BDD-AD62-8905CE92A43E}" type="datetimeFigureOut">
              <a:rPr lang="nl-NL" smtClean="0"/>
              <a:t>29-9-2026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B8162A6-0D21-5C6F-D1E3-546BBC5F9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03F91-4AC4-CFE9-F803-54290650B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F4341-2752-4F42-8822-81A5B088D9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3054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3F1262-485E-6F68-9261-4F89E2F9C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954F5B2-0E2A-0E9A-281B-1E28FD63AC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12C34AC-ADAB-5D1E-C7D7-538338AF8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5ABEC6B-7A40-2C3B-EA85-A0FFD4A19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ACBE8-140A-4BDD-AD62-8905CE92A43E}" type="datetimeFigureOut">
              <a:rPr lang="nl-NL" smtClean="0"/>
              <a:t>29-9-2026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937B2A7-BC12-2BEA-2490-339E2E2D0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0D2E9E3-445E-2BF6-6176-F1F978138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F4341-2752-4F42-8822-81A5B088D9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54824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CC924D-8CA9-34F5-1014-ED91B25AA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F0F9232-ECD6-D6C0-15C3-B5584CAF4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57D2DBC-9A00-492D-D531-568CACA90E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29659B16-B496-1387-33C8-502F8A86F1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CA5D2F6-9A49-D195-4EEC-994FF63776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3AB41D20-4E4F-2756-FE40-235664AE4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ACBE8-140A-4BDD-AD62-8905CE92A43E}" type="datetimeFigureOut">
              <a:rPr lang="nl-NL" smtClean="0"/>
              <a:t>29-9-2026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7E0EAF6E-58E9-4888-7F8A-AF4FD610F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64542263-7C82-5DD3-45E6-25A2E8BA7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F4341-2752-4F42-8822-81A5B088D9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35873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B61697-3A65-7541-8138-7B5A1BFF6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A6E0963-490A-5801-4AB0-D71C31BD5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ACBE8-140A-4BDD-AD62-8905CE92A43E}" type="datetimeFigureOut">
              <a:rPr lang="nl-NL" smtClean="0"/>
              <a:t>29-9-2026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0E577FA6-1230-294C-35CF-B88FBF719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67F67CA-71DD-26E4-F330-384934142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F4341-2752-4F42-8822-81A5B088D9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3451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A0F7E85-6CF2-AEE3-EEAE-514A36AE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ACBE8-140A-4BDD-AD62-8905CE92A43E}" type="datetimeFigureOut">
              <a:rPr lang="nl-NL" smtClean="0"/>
              <a:t>29-9-2026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DF79169-7326-D4EC-162D-3FFF68B31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2610B57-2922-E38E-57FB-89695B097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F4341-2752-4F42-8822-81A5B088D9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79395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6BDED4-0FF3-3340-6DAA-624E832AE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4A84B6D-67C2-5172-D7D3-DFA602880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980EC4C-3DE2-FE5F-E4B0-DB386249C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353CFAF-1448-3B90-4ABB-32CABAEF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ACBE8-140A-4BDD-AD62-8905CE92A43E}" type="datetimeFigureOut">
              <a:rPr lang="nl-NL" smtClean="0"/>
              <a:t>29-9-2026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1F1D5F-ACAB-4DAD-2754-7893377A0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F69017E-2DEA-27C7-C0EC-D871A43C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F4341-2752-4F42-8822-81A5B088D9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420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D41AAA-3A92-C906-01C6-CDE4075C2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FE9243BD-9E31-85F5-0389-DFA69006AD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A4B9DFD9-8598-88D8-FA8F-95C7F6FBE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DD81B2E-D7E3-62E5-1497-D61E4ACDB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ACBE8-140A-4BDD-AD62-8905CE92A43E}" type="datetimeFigureOut">
              <a:rPr lang="nl-NL" smtClean="0"/>
              <a:t>29-9-2026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85EB6D8-5E2F-6957-D856-FACCEB19E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C1C71FE-6EB9-9B4E-53D3-75AC582FF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F4341-2752-4F42-8822-81A5B088D9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8731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94D447-5EC5-B33B-E27A-B73978F43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63B49B9-11F0-45B6-4EAC-62B0C19D0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4C01B45-24EB-ECA9-DF4B-7768345E4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ACBE8-140A-4BDD-AD62-8905CE92A43E}" type="datetimeFigureOut">
              <a:rPr lang="nl-NL" smtClean="0"/>
              <a:t>29-9-2026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D3E4E23-4BF7-ACF0-1370-9A1DF6D03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DCE4DB0-6255-32D5-467D-355B4C017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F4341-2752-4F42-8822-81A5B088D9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27210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10F76094-42CD-52D5-5FA1-69C519530D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EA1D73B-F94E-B43E-9ECE-76170B31C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324709F-740D-71FE-0112-2D4B0B611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ACBE8-140A-4BDD-AD62-8905CE92A43E}" type="datetimeFigureOut">
              <a:rPr lang="nl-NL" smtClean="0"/>
              <a:t>29-9-2026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5A99BEC-9246-6557-621B-B8F56DB6A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754A1BC-4D9A-5C1B-7353-DAF5DF3FD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F4341-2752-4F42-8822-81A5B088D9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5960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814A6B0C-37C2-2D81-422B-BE4206CE3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494599E-534C-48E0-18CB-22C811A98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1D47490-826F-A8DF-3F14-D378E0BF44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FACBE8-140A-4BDD-AD62-8905CE92A43E}" type="datetimeFigureOut">
              <a:rPr lang="nl-NL" smtClean="0"/>
              <a:t>29-9-2026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FF8D1D9-2BC0-5935-77D3-9619D7C2E6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7A67CD7-30A8-70E4-3152-B18C13D6BF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CF4341-2752-4F42-8822-81A5B088D9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743129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AEF2C2-D796-B6B0-0A07-EA6C4DB58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Determinant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BC145C6-412C-D713-17A1-DC1F1F6B57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Hurles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7130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30b)">
            <a:extLst>
              <a:ext uri="{FF2B5EF4-FFF2-40B4-BE49-F238E27FC236}">
                <a16:creationId xmlns:a16="http://schemas.microsoft.com/office/drawing/2014/main" id="{F539AC36-D204-3A60-FD30-D9DE2F1C497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6975"/>
            <a:ext cx="12192000" cy="446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969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31)">
            <a:extLst>
              <a:ext uri="{FF2B5EF4-FFF2-40B4-BE49-F238E27FC236}">
                <a16:creationId xmlns:a16="http://schemas.microsoft.com/office/drawing/2014/main" id="{797CF92D-2C63-F822-9824-BC1F49A548B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3050"/>
            <a:ext cx="12192000" cy="377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581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33)">
            <a:extLst>
              <a:ext uri="{FF2B5EF4-FFF2-40B4-BE49-F238E27FC236}">
                <a16:creationId xmlns:a16="http://schemas.microsoft.com/office/drawing/2014/main" id="{A76FEA94-9D80-22ED-9ED1-62AB8DA7C26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5525"/>
            <a:ext cx="12192000" cy="480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863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34)">
            <a:extLst>
              <a:ext uri="{FF2B5EF4-FFF2-40B4-BE49-F238E27FC236}">
                <a16:creationId xmlns:a16="http://schemas.microsoft.com/office/drawing/2014/main" id="{330CC33C-C4BD-306C-AB17-7992BB8D107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6375"/>
            <a:ext cx="1219200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266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35)">
            <a:extLst>
              <a:ext uri="{FF2B5EF4-FFF2-40B4-BE49-F238E27FC236}">
                <a16:creationId xmlns:a16="http://schemas.microsoft.com/office/drawing/2014/main" id="{EFC02E43-0467-B462-55E4-72CB9F8F736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121920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565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36)">
            <a:extLst>
              <a:ext uri="{FF2B5EF4-FFF2-40B4-BE49-F238E27FC236}">
                <a16:creationId xmlns:a16="http://schemas.microsoft.com/office/drawing/2014/main" id="{21EBD547-BB55-42B6-6650-666594FF594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7888"/>
            <a:ext cx="12192000" cy="510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068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37a)">
            <a:extLst>
              <a:ext uri="{FF2B5EF4-FFF2-40B4-BE49-F238E27FC236}">
                <a16:creationId xmlns:a16="http://schemas.microsoft.com/office/drawing/2014/main" id="{80E9CBAE-2678-7E74-67AB-B14DBC72C8B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57438"/>
            <a:ext cx="1219200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417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37b)">
            <a:extLst>
              <a:ext uri="{FF2B5EF4-FFF2-40B4-BE49-F238E27FC236}">
                <a16:creationId xmlns:a16="http://schemas.microsoft.com/office/drawing/2014/main" id="{5FCADC96-08CA-787F-E47B-6DABF4B3225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2013"/>
            <a:ext cx="12192000" cy="513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381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37c)">
            <a:extLst>
              <a:ext uri="{FF2B5EF4-FFF2-40B4-BE49-F238E27FC236}">
                <a16:creationId xmlns:a16="http://schemas.microsoft.com/office/drawing/2014/main" id="{ED4B4333-DB9E-54BE-34DB-49FFEFB08FD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0713"/>
            <a:ext cx="12192000" cy="561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915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37d)">
            <a:extLst>
              <a:ext uri="{FF2B5EF4-FFF2-40B4-BE49-F238E27FC236}">
                <a16:creationId xmlns:a16="http://schemas.microsoft.com/office/drawing/2014/main" id="{1FA30A29-EF5A-74A2-E7A9-C68E6DA8CDF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0538"/>
            <a:ext cx="12192000" cy="587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035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38)">
            <a:extLst>
              <a:ext uri="{FF2B5EF4-FFF2-40B4-BE49-F238E27FC236}">
                <a16:creationId xmlns:a16="http://schemas.microsoft.com/office/drawing/2014/main" id="{EA87F0EE-6EE3-FCF7-85C3-09B42E2C2BE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8350"/>
            <a:ext cx="12192000" cy="531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413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39)">
            <a:extLst>
              <a:ext uri="{FF2B5EF4-FFF2-40B4-BE49-F238E27FC236}">
                <a16:creationId xmlns:a16="http://schemas.microsoft.com/office/drawing/2014/main" id="{67E89B28-613B-8270-1F1D-A0E6BB8DE07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9325"/>
            <a:ext cx="12192000" cy="495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055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40)">
            <a:extLst>
              <a:ext uri="{FF2B5EF4-FFF2-40B4-BE49-F238E27FC236}">
                <a16:creationId xmlns:a16="http://schemas.microsoft.com/office/drawing/2014/main" id="{9991D7E2-504C-1734-3215-1E878D99D31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9325"/>
            <a:ext cx="12192000" cy="495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699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41)">
            <a:extLst>
              <a:ext uri="{FF2B5EF4-FFF2-40B4-BE49-F238E27FC236}">
                <a16:creationId xmlns:a16="http://schemas.microsoft.com/office/drawing/2014/main" id="{D0AB3901-88AE-FB1C-90D9-D9A5FD27D2F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2663"/>
            <a:ext cx="12192000" cy="489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869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42)">
            <a:extLst>
              <a:ext uri="{FF2B5EF4-FFF2-40B4-BE49-F238E27FC236}">
                <a16:creationId xmlns:a16="http://schemas.microsoft.com/office/drawing/2014/main" id="{FE77E526-A56E-1D88-B1C1-0CBC369E096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0575"/>
            <a:ext cx="12192000" cy="527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775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50)">
            <a:extLst>
              <a:ext uri="{FF2B5EF4-FFF2-40B4-BE49-F238E27FC236}">
                <a16:creationId xmlns:a16="http://schemas.microsoft.com/office/drawing/2014/main" id="{43DC46AE-963B-E266-D072-BC04A98586C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6200"/>
            <a:ext cx="12192000" cy="41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333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51)">
            <a:extLst>
              <a:ext uri="{FF2B5EF4-FFF2-40B4-BE49-F238E27FC236}">
                <a16:creationId xmlns:a16="http://schemas.microsoft.com/office/drawing/2014/main" id="{5C1846CD-BE64-89AA-298E-16CED679248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4738"/>
            <a:ext cx="12192000" cy="470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012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52)">
            <a:extLst>
              <a:ext uri="{FF2B5EF4-FFF2-40B4-BE49-F238E27FC236}">
                <a16:creationId xmlns:a16="http://schemas.microsoft.com/office/drawing/2014/main" id="{162ECA15-0E1D-4D4D-BC60-A688378994C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8388"/>
            <a:ext cx="12192000" cy="472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779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53)">
            <a:extLst>
              <a:ext uri="{FF2B5EF4-FFF2-40B4-BE49-F238E27FC236}">
                <a16:creationId xmlns:a16="http://schemas.microsoft.com/office/drawing/2014/main" id="{48AD9C5A-06C1-EE32-FB1B-D41E5CE1F72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8738"/>
            <a:ext cx="12192000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8899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54)">
            <a:extLst>
              <a:ext uri="{FF2B5EF4-FFF2-40B4-BE49-F238E27FC236}">
                <a16:creationId xmlns:a16="http://schemas.microsoft.com/office/drawing/2014/main" id="{2E3706BE-9B7F-D365-793E-13DCB42B380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1125"/>
            <a:ext cx="12192000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2644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55)">
            <a:extLst>
              <a:ext uri="{FF2B5EF4-FFF2-40B4-BE49-F238E27FC236}">
                <a16:creationId xmlns:a16="http://schemas.microsoft.com/office/drawing/2014/main" id="{FACFE7BB-287B-C06F-0C7D-CF1E7B75EB9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5363"/>
            <a:ext cx="12192000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003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56)">
            <a:extLst>
              <a:ext uri="{FF2B5EF4-FFF2-40B4-BE49-F238E27FC236}">
                <a16:creationId xmlns:a16="http://schemas.microsoft.com/office/drawing/2014/main" id="{F409A623-555B-81AA-5642-4E226713E07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8350"/>
            <a:ext cx="12192000" cy="531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1210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57)">
            <a:extLst>
              <a:ext uri="{FF2B5EF4-FFF2-40B4-BE49-F238E27FC236}">
                <a16:creationId xmlns:a16="http://schemas.microsoft.com/office/drawing/2014/main" id="{1CE03096-CA41-FA72-43CD-A2C6463F4D0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8400"/>
            <a:ext cx="12192000" cy="45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1333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58)">
            <a:extLst>
              <a:ext uri="{FF2B5EF4-FFF2-40B4-BE49-F238E27FC236}">
                <a16:creationId xmlns:a16="http://schemas.microsoft.com/office/drawing/2014/main" id="{EA3AD97D-A411-4C30-C3D0-54DB9187D90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9750"/>
            <a:ext cx="12192000" cy="577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9229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59)">
            <a:extLst>
              <a:ext uri="{FF2B5EF4-FFF2-40B4-BE49-F238E27FC236}">
                <a16:creationId xmlns:a16="http://schemas.microsoft.com/office/drawing/2014/main" id="{937D0FC6-3015-2644-3FC1-182549D6164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0688"/>
            <a:ext cx="12192000" cy="601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9713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60)">
            <a:extLst>
              <a:ext uri="{FF2B5EF4-FFF2-40B4-BE49-F238E27FC236}">
                <a16:creationId xmlns:a16="http://schemas.microsoft.com/office/drawing/2014/main" id="{4A1E6D18-1C26-345A-47B9-C3F3019570D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3575"/>
            <a:ext cx="12192000" cy="552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9403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61)">
            <a:extLst>
              <a:ext uri="{FF2B5EF4-FFF2-40B4-BE49-F238E27FC236}">
                <a16:creationId xmlns:a16="http://schemas.microsoft.com/office/drawing/2014/main" id="{9225624F-8A64-CCD4-3E57-F7295E8A488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9488"/>
            <a:ext cx="12192000" cy="489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6528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62)">
            <a:extLst>
              <a:ext uri="{FF2B5EF4-FFF2-40B4-BE49-F238E27FC236}">
                <a16:creationId xmlns:a16="http://schemas.microsoft.com/office/drawing/2014/main" id="{C5DFE6CB-29DB-08CB-BC69-04CEAD0C1DD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7088"/>
            <a:ext cx="12192000" cy="520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1330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63)">
            <a:extLst>
              <a:ext uri="{FF2B5EF4-FFF2-40B4-BE49-F238E27FC236}">
                <a16:creationId xmlns:a16="http://schemas.microsoft.com/office/drawing/2014/main" id="{07A62959-4C66-9F78-E75A-441D7912EDB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3800"/>
            <a:ext cx="12192000" cy="446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270921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Office PowerPoint</Application>
  <PresentationFormat>Breedbeeld</PresentationFormat>
  <Paragraphs>2</Paragraphs>
  <Slides>30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Kantoorthema</vt:lpstr>
      <vt:lpstr>Determinant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van Gelderen</dc:creator>
  <cp:lastModifiedBy>William van Gelderen</cp:lastModifiedBy>
  <cp:revision>1</cp:revision>
  <dcterms:created xsi:type="dcterms:W3CDTF">2026-09-29T13:33:08Z</dcterms:created>
  <dcterms:modified xsi:type="dcterms:W3CDTF">2026-09-29T13:34:57Z</dcterms:modified>
</cp:coreProperties>
</file>
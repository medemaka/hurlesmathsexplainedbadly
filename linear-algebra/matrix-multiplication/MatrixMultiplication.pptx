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2EBC4-5207-113C-6F3D-AAAEB3795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179BBA5-D0AF-8C00-C172-16DD08562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E29D0F-84DD-5D4B-4CFE-3D214461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C020536-FB0B-12C1-4B47-69063018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B90E248-AA45-7EFD-0C00-88724307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74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DFA18-E207-282F-6597-36872D7E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381D6A-7102-292E-38F9-C7CE20F25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9A2430-F14D-4DC4-A32F-628D8743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B78ED6F-0CF8-84B1-6820-FB8BE91F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B2568FE-A841-9D70-69CE-C7D441B5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42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A58DB-6B21-08AC-C631-3B00DDD7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1CC4315-C914-DB1E-66AF-A49C82C63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F96B0CF-15BF-4E87-04B6-758CBDD8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DA36DB6-CC14-DA25-63D1-E4C9408F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9D69B6-21A7-FEDE-57D0-B2C38702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691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BE861-D061-AD0E-7555-6B467164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62174C-A175-2E21-DD67-29354E715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E94F383-3743-9AAB-4D08-2D923D86E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3FAE430-0450-16CD-9EB1-F014FD144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DD9770E-CA0F-B68D-D8DA-C6682FAC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C99533D-E92A-90B6-BAFE-6DFD0317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462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BC9B2-5033-C5E9-4409-ACBCF9D1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A6618A3-4120-D8DE-F143-E165D8CC5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651B1C7-7AE0-5D16-1F04-A3A1DDB5F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844BF1A-DEC6-8B60-B332-C4EBEEDED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B30A0AD-32BF-ACBC-4958-64434740C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A87D2D5-9398-D528-A4A7-9695EB8D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6241227-3E44-E188-1DC3-2CAB6774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2890562-65DB-AF76-562C-C5380190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539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C94642-D9A1-8F53-0DD1-7FD32E78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FD819F3-1F39-505D-252C-957B5CB9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433D8D0-B66E-1FFF-1D23-D247509C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11C9541-D530-4BDA-135A-E3B011DA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876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CA8CC4F-D473-BFB1-D28D-CE2D39F4C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D16519E-1641-A8F1-9A4E-330DA9F2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A570A49-5853-6EF6-28DA-FBC630BC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315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FDECE-815F-AE88-48E9-CD70269E8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550DBE4-21EC-7F08-37C0-0AAFF7B7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2FC78BC-0B3F-D1E4-8C93-6FC802381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AFD1F9E-6210-1C77-9E18-61180816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6F1065-5285-D888-F8AC-B2737453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29226DA-9AE1-B3F4-E777-B19D616A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840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2FB68-E6A5-6BE4-CA92-612CA055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D5D5E25-E9F4-A4E9-A91C-8489CD393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5436A20-D394-D00A-D13E-6026A679D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FD86EB2-0130-4B87-EFAA-34ABA9E2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B231178-AA88-64FC-26F3-8CDAA3F2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801FD61-B6BD-B75F-5A6C-2E9BEC45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343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267ED-981C-4F18-E57B-847A10C0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E83EE81-F6F3-EB30-F2C0-3DBCFCDAE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F1B69D3-9214-5D3A-E774-F74733CD2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3598A99-0C6C-F59F-15F5-937024CA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9D25C2C-79E9-B6A4-C5F2-732C05AD1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993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5B52626-7C0E-E88C-E2B1-6DCB8DEB7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780D0E3-975C-94B6-F999-DF2C50559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6EC2BFD-CD44-406A-661C-DC9EB81F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FBFB733-331C-C4BF-2FE4-2DFF2156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047F11A-40E4-DEAE-2344-614D06D1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547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51D0BF2-DF0F-A0FF-3E84-BE6E55BD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A41485-200C-F524-6634-C4592CA55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2AC4A-579F-A48B-BE2D-6393BFA66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B4580-D49F-4B54-A64B-CA6EAD794C50}" type="datetimeFigureOut">
              <a:rPr lang="nl-NL" smtClean="0"/>
              <a:t>17-9-2026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1706B8C-CD87-901A-EF53-021C1B7F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F943648-7E11-0868-239B-10B60F499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2C9AF-0C9B-4112-9BE6-6DDE2237809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464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F6570-FAA0-F36F-6155-C82FED21AB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Matrix </a:t>
            </a:r>
            <a:r>
              <a:rPr lang="nl-NL" dirty="0" err="1"/>
              <a:t>Multiplication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A41D63D-1B3C-1B02-CD81-F0AE8B6B49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367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11)">
            <a:extLst>
              <a:ext uri="{FF2B5EF4-FFF2-40B4-BE49-F238E27FC236}">
                <a16:creationId xmlns:a16="http://schemas.microsoft.com/office/drawing/2014/main" id="{9FAC2973-702C-4B85-6346-CC8FCFA760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13"/>
            <a:ext cx="121920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8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12)">
            <a:extLst>
              <a:ext uri="{FF2B5EF4-FFF2-40B4-BE49-F238E27FC236}">
                <a16:creationId xmlns:a16="http://schemas.microsoft.com/office/drawing/2014/main" id="{D883AABE-5B60-143F-A952-4CEB3F4E4FA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6738"/>
            <a:ext cx="12192000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0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14)">
            <a:extLst>
              <a:ext uri="{FF2B5EF4-FFF2-40B4-BE49-F238E27FC236}">
                <a16:creationId xmlns:a16="http://schemas.microsoft.com/office/drawing/2014/main" id="{DA807393-7188-6743-24C7-CEEF617B0A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6400"/>
            <a:ext cx="12192000" cy="604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07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15)">
            <a:extLst>
              <a:ext uri="{FF2B5EF4-FFF2-40B4-BE49-F238E27FC236}">
                <a16:creationId xmlns:a16="http://schemas.microsoft.com/office/drawing/2014/main" id="{8324B8C0-5DA5-ACD3-C555-B970A462CA5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8225"/>
            <a:ext cx="121920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48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17)">
            <a:extLst>
              <a:ext uri="{FF2B5EF4-FFF2-40B4-BE49-F238E27FC236}">
                <a16:creationId xmlns:a16="http://schemas.microsoft.com/office/drawing/2014/main" id="{9061DCCB-75C1-15A1-ABC7-5024BFF8040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950"/>
            <a:ext cx="12192000" cy="63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33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19)">
            <a:extLst>
              <a:ext uri="{FF2B5EF4-FFF2-40B4-BE49-F238E27FC236}">
                <a16:creationId xmlns:a16="http://schemas.microsoft.com/office/drawing/2014/main" id="{D9E277A3-A79B-6AFC-34E4-01674D711C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550"/>
            <a:ext cx="12192000" cy="59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49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0)">
            <a:extLst>
              <a:ext uri="{FF2B5EF4-FFF2-40B4-BE49-F238E27FC236}">
                <a16:creationId xmlns:a16="http://schemas.microsoft.com/office/drawing/2014/main" id="{ABF7F697-0804-7CC9-1BE5-0E5D560B32A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175"/>
            <a:ext cx="12192000" cy="583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42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1)">
            <a:extLst>
              <a:ext uri="{FF2B5EF4-FFF2-40B4-BE49-F238E27FC236}">
                <a16:creationId xmlns:a16="http://schemas.microsoft.com/office/drawing/2014/main" id="{DFF5FF57-C381-EB33-E326-79B30BF023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2438"/>
            <a:ext cx="12192000" cy="595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66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3)">
            <a:extLst>
              <a:ext uri="{FF2B5EF4-FFF2-40B4-BE49-F238E27FC236}">
                <a16:creationId xmlns:a16="http://schemas.microsoft.com/office/drawing/2014/main" id="{8E2A8831-3A19-DC77-45DA-58AAA1034A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63"/>
            <a:ext cx="1219200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56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24)">
            <a:extLst>
              <a:ext uri="{FF2B5EF4-FFF2-40B4-BE49-F238E27FC236}">
                <a16:creationId xmlns:a16="http://schemas.microsoft.com/office/drawing/2014/main" id="{A50243AD-EFA7-263E-C26E-A20660F95D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50"/>
            <a:ext cx="12192000" cy="676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1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1946CF85-D09A-F4D8-E22F-4478BEA1F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771"/>
            <a:ext cx="12192000" cy="618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9001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</Words>
  <Application>Microsoft Office PowerPoint</Application>
  <PresentationFormat>Breedbeeld</PresentationFormat>
  <Paragraphs>2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Kantoorthema</vt:lpstr>
      <vt:lpstr>Matrix Multiplication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3</cp:revision>
  <dcterms:created xsi:type="dcterms:W3CDTF">2026-09-17T12:37:34Z</dcterms:created>
  <dcterms:modified xsi:type="dcterms:W3CDTF">2026-09-17T18:16:30Z</dcterms:modified>
</cp:coreProperties>
</file>
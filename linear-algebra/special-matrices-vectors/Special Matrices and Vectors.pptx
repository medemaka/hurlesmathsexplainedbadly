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8" r:id="rId5"/>
    <p:sldId id="259" r:id="rId6"/>
    <p:sldId id="257" r:id="rId7"/>
    <p:sldId id="262" r:id="rId8"/>
    <p:sldId id="263" r:id="rId9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4AAE5-7ABD-FC6A-50B9-137DE6D01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DD28535-E0B7-2FF0-F312-9F1AF1B4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7F9C4D-78CA-27C4-358B-9A8832C3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A6AE67-CA51-BFF1-AF96-B516CC3D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8C964A-9832-A56F-9EF5-6674D099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2477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F0212-E73D-5CBD-7ECA-38FFF834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E4A008-EFEA-B533-D55A-A8BEBC2DC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14EA96-6583-5B67-0956-0EE1BEBF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2DF4A40-9FE7-91FD-36DD-FA9F82B0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F44989-393B-B705-D412-1CAB7634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921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240D26-FDF1-908F-4706-BFED3388E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E5CD457-6B17-C8FB-8F6C-144A06D3A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B85A759-3AEB-B9A1-58B9-46601CCA6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15F74D9-A73D-0F2D-9398-C1F2CA68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098481-508D-9C9D-1095-3F2B897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82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6B0BE-7D3E-29C7-9500-E35F022F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F025B3-F665-6113-C6B4-1C277090A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12D48DA-269E-A7E0-F2B5-67D205156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CBE8AA2-3171-E6CD-CA68-ED5E3858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422F62-F0DC-F0B7-AD21-958FC24B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6D8EA5D-403E-9468-6906-373C65CE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223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162D99-5ED5-61A2-4C71-1DE351EF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656AE9D-38D6-3D94-B1B6-E092B0CE7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A90896-2C25-3B20-E4C2-DF1A7208A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2D17699-7F11-DD32-46F0-CDCADB948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6E8EFB7-5CA7-6EAA-D601-508830C96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E85415F-6ED1-376D-30FD-23D6EDDD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DB46083-AE12-489C-9227-21BFB7582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73AEE2-8EF1-2503-5D8D-18F9A7B1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805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A55AA6-B4BA-918D-0639-8F0D09A2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7856721-7F0D-E5F7-3DC4-40CF7A86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A92865-8186-ADE4-469E-2CE3DF4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B6F5CFF-A04D-B468-1E16-79D4FC95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52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F9D1D03-421F-020C-F60A-20DB13DD9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82622EF-5544-5648-EB55-856048CD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B79088D-FEC6-8BFE-5F5A-A5ABBFCE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472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E05EA8-5CDB-646E-D91B-E9DDE6A6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CF1E9C-8F6D-5DE9-184F-D59B2DE9B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0539AD-FEBD-50D2-A9FB-E57DE3886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D35903F-1C34-1427-E865-1A8D8707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D00BC56-FA32-50D3-38F5-F6263203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7170CC0-6403-CDCE-B355-3FF2426E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403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47DE35-FC15-8485-06FA-B853ACE6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C79D0F0-36A6-396B-3F4A-453FD9989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7128DB-091B-1BE0-F57B-555113B6C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0F33711-9189-F925-CF5D-9F29AEBC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9857143-576D-7664-CE9F-3A5161CE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0E97CC5-8AC9-F661-D69F-F9D002DB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213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73CF6-1CD7-F6CA-2DAE-5B4CD7BA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667B716-2B6C-EB44-59FB-8E02D2F7E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46C2D65-F1CF-EA52-0309-72A2903A7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E64C0D2-9F99-C6E8-2FED-7CE3B86F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251EEE2-00DD-D634-3000-7C34823A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9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B1926DF-EBEE-B54D-5B89-57B4C2DD3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4A5A983-4CEB-F94E-0BC1-6629263F7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FDC00F5-E5E5-5475-88EE-5658C64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74F0E66-EED2-2F3C-C8A6-29DA13C6A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5D1B4C6-BF83-A07D-3C87-7DCCF24E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0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7A8F7AF-B8B9-8B52-5D87-B58EE4B5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28E594-5C74-FA3A-F01F-CA6F1042F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B64A7B-CD4F-0FA8-79EC-8D77271AB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A9055-C5AC-43F7-9102-2E055F926A73}" type="datetimeFigureOut">
              <a:rPr lang="nl-NL" smtClean="0"/>
              <a:t>18-9-2026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7BEF6B-F6ED-6E44-C9C7-5D89BB856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EA641AC-5D18-ADBE-5531-3DE675281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3614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8FED29-A23A-3775-63AF-C496C233A8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Special Matrices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Vectors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BA0722-D437-387A-8747-273F409182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79281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1)">
            <a:extLst>
              <a:ext uri="{FF2B5EF4-FFF2-40B4-BE49-F238E27FC236}">
                <a16:creationId xmlns:a16="http://schemas.microsoft.com/office/drawing/2014/main" id="{B1184F18-4A6C-DA73-0AE6-79AD67E1E2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0400"/>
            <a:ext cx="12192000" cy="553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2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2)">
            <a:extLst>
              <a:ext uri="{FF2B5EF4-FFF2-40B4-BE49-F238E27FC236}">
                <a16:creationId xmlns:a16="http://schemas.microsoft.com/office/drawing/2014/main" id="{BB51DAE3-589B-FBD3-4D99-50A0D583483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2313"/>
            <a:ext cx="12192000" cy="541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87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38)">
            <a:extLst>
              <a:ext uri="{FF2B5EF4-FFF2-40B4-BE49-F238E27FC236}">
                <a16:creationId xmlns:a16="http://schemas.microsoft.com/office/drawing/2014/main" id="{F39A2D78-21A5-9F3E-D4B4-899DCF9327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538"/>
            <a:ext cx="1219200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4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39)">
            <a:extLst>
              <a:ext uri="{FF2B5EF4-FFF2-40B4-BE49-F238E27FC236}">
                <a16:creationId xmlns:a16="http://schemas.microsoft.com/office/drawing/2014/main" id="{C4E8E42A-FBFC-13E3-DE32-204F27022C6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00"/>
            <a:ext cx="121920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76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37)">
            <a:extLst>
              <a:ext uri="{FF2B5EF4-FFF2-40B4-BE49-F238E27FC236}">
                <a16:creationId xmlns:a16="http://schemas.microsoft.com/office/drawing/2014/main" id="{FCDAF37A-83BB-DA7A-9FAE-5CB0E034FC1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50"/>
            <a:ext cx="12192000" cy="59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53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3)">
            <a:extLst>
              <a:ext uri="{FF2B5EF4-FFF2-40B4-BE49-F238E27FC236}">
                <a16:creationId xmlns:a16="http://schemas.microsoft.com/office/drawing/2014/main" id="{39DFB994-7C2A-57A3-6616-DCAE4E4DDE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463"/>
            <a:ext cx="12192000" cy="529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1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44)">
            <a:extLst>
              <a:ext uri="{FF2B5EF4-FFF2-40B4-BE49-F238E27FC236}">
                <a16:creationId xmlns:a16="http://schemas.microsoft.com/office/drawing/2014/main" id="{7B808324-B8F2-C228-D1E0-62F8DB4B40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50"/>
            <a:ext cx="12192000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44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Breedbeeld</PresentationFormat>
  <Paragraphs>2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Kantoorthema</vt:lpstr>
      <vt:lpstr>Special Matrices and Vectors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2026-09-18T17:09:47Z</dcterms:created>
  <dcterms:modified xsi:type="dcterms:W3CDTF">2026-09-18T17:12:43Z</dcterms:modified>
</cp:coreProperties>
</file>
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A31C7-A77D-E242-1C7E-3C2F35FE2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439FD20-84C1-17F5-C7B5-87EC874C1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FF2498-6D6C-43D9-4E96-A7260179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C8D374-4AED-E4CD-DA5C-7BBEC09B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3F52369-A7BE-584E-EDD8-73B3F5F8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284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ADA6BA-5A70-4BB9-EC0F-6762FE58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1426EB-775E-D4E7-7A09-0E10E6EF6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4EFA212-7C96-5D88-9D3C-BF158581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4FD36D-143C-7D21-85E6-2C6E59F6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A3B9DB3-6B97-75D0-D385-1535E5EF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806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8548B-93D8-36CA-F418-80DA33E8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3299C14-2B48-DA38-9356-113BA019C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CEAA70E-C7AD-7DCB-725D-D6497E60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10DAD7B-3F1E-C30D-FFD9-C80B7D3A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A8B9E2E-3AE5-C0C3-0D3A-28FEFD7D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517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934B6-88A2-59D5-7310-BD53F6CFD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FDCF6B-DBB6-3B2C-D7FA-95F355F46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A986926-7237-79AF-6FB3-8A0E11D2C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31B0B15-90AC-5588-B034-CFC0D710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C479A26-FE41-A974-79CF-8DFAC12A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77F6FE3-BDB2-782B-C31A-D56831E7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536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3DA915-3120-9B30-59C9-C633AA6DF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EA308C3-74FC-3ADA-3180-ADF6EE4BB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8D1EA8E-549A-80E8-2BAD-012974445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9075902-E45E-AFB0-2653-89D330FF4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3488B7F-9A44-205B-6A3D-71AB79F0D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E0A28DC-91E8-DDD6-EA53-FFEBD2FA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C583A68-F784-B4CD-117F-850C2916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E9BC8E8-1E58-6E25-A684-ECF16AEA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072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D1646-7CDA-2AB2-FE09-74BF557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B4423A9-06F4-9691-A889-4459355BC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A0C387B-2C47-BB05-4151-F23D541B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49A9C93-633F-D084-1803-365F58FD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179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2604C2B-EDF4-1A67-4CDB-E7C69370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2A901EC-B4F1-3AFE-4B44-E1E27FF2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A655F22-AC8F-6466-F1F3-EBB49DEC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805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2AFD6-B42E-921E-3903-44B5CBC4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F8497B-30A6-C55E-A5F9-0A26412F2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88D7B5C-167A-9488-53D9-0BB4B4CC2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234F848-E5B9-2AFA-92A3-CEEE55A7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E4F1273-E544-8ACE-5D2F-3AF1BB2E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5C15B28-89FE-F4E8-7860-F66A75E7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20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6934B-4F19-F037-7C71-83677374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B783CE0-4DCA-6CAE-FA47-BB145EA24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61B2E25-DABC-C5C1-C24E-C15A23A4B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046385-43A2-375D-8311-055BA407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1FC6C05-DFD9-EC04-BA59-C62201DE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E2858E-A3A1-CBB0-1623-D10E1882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43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608BF-736D-5400-DF56-A168C9C6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D785094-1830-3FB2-DCF4-AF1352E2E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C525D0-FF99-1587-D60C-B30FB97C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A31B23-810D-5A0E-3407-13B9E391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3979FF-2B6F-72CA-FDDF-356F0889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86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39D2567-437D-DAD7-95AE-C1B2128C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EAB9538-97FA-7A88-7E59-A746D0297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07E15-63B5-77FA-FF2C-3D9CD8F3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A024123-79CA-A54A-E1E7-25B1E50A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B6DD8B2-994E-786E-6D35-8F97A24E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344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AC8DC54-0FAC-2EB2-573C-B5E7461A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E815EA-F7E8-0E22-75CF-0D17F9CC5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15A7205-CA77-4E2F-A026-2C3B842F7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7D963-718E-49D4-B274-A01DA618C220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F903CD-306A-F055-3B44-CB9DC0B3B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558D1C-38C8-77CE-6A03-93F948466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AED5D-367F-43F3-94B1-45B26AE4D0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62253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E123BD-D783-66D2-0419-59D90C6773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Vector </a:t>
            </a:r>
            <a:r>
              <a:rPr lang="nl-NL" dirty="0" err="1"/>
              <a:t>dotproduct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30E9AFF-86A7-CD31-2DB3-065F883B2E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14790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5)">
            <a:extLst>
              <a:ext uri="{FF2B5EF4-FFF2-40B4-BE49-F238E27FC236}">
                <a16:creationId xmlns:a16="http://schemas.microsoft.com/office/drawing/2014/main" id="{FF90695F-A388-DD0F-83AF-02FBFB95C7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"/>
            <a:ext cx="12192000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2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7)">
            <a:extLst>
              <a:ext uri="{FF2B5EF4-FFF2-40B4-BE49-F238E27FC236}">
                <a16:creationId xmlns:a16="http://schemas.microsoft.com/office/drawing/2014/main" id="{829F7F87-2D76-728B-AF8A-09528CFA5A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50"/>
            <a:ext cx="12192000" cy="643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0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8)">
            <a:extLst>
              <a:ext uri="{FF2B5EF4-FFF2-40B4-BE49-F238E27FC236}">
                <a16:creationId xmlns:a16="http://schemas.microsoft.com/office/drawing/2014/main" id="{CA22C07E-F025-583B-4E2D-8F60355076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513"/>
            <a:ext cx="12192000" cy="576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9)">
            <a:extLst>
              <a:ext uri="{FF2B5EF4-FFF2-40B4-BE49-F238E27FC236}">
                <a16:creationId xmlns:a16="http://schemas.microsoft.com/office/drawing/2014/main" id="{EB079816-DAAE-BB47-4A99-A251003B2F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950"/>
            <a:ext cx="121920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4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0)">
            <a:extLst>
              <a:ext uri="{FF2B5EF4-FFF2-40B4-BE49-F238E27FC236}">
                <a16:creationId xmlns:a16="http://schemas.microsoft.com/office/drawing/2014/main" id="{5B6DFDDC-35C3-FB3F-9239-A3CF99DF862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0125"/>
            <a:ext cx="12192000" cy="485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7706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Breedbeeld</PresentationFormat>
  <Paragraphs>2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Vector dotproduct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2026-09-18T17:15:08Z</dcterms:created>
  <dcterms:modified xsi:type="dcterms:W3CDTF">2026-09-18T17:16:24Z</dcterms:modified>
</cp:coreProperties>
</file>
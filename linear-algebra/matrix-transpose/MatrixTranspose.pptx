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photoAlbum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185475-6817-4481-9BAC-340879A55C61}" type="datetimeFigureOut">
              <a:rPr lang="nl-NL" smtClean="0"/>
              <a:t>22-9-2026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216635-3337-42F4-9F2D-6F8A40291B56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17175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16635-3337-42F4-9F2D-6F8A40291B56}" type="slidenum">
              <a:rPr lang="nl-NL" smtClean="0"/>
              <a:t>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812965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962A0B9-CE9F-0463-2C0E-6781EE0B54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AF7A18CB-1822-782C-2D53-6599ADD122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86B0F26D-873A-D3F2-BE97-3A42EF27C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82265-F922-41C3-B2AC-A72FE94C3D84}" type="datetimeFigureOut">
              <a:rPr lang="nl-NL" smtClean="0"/>
              <a:t>22-9-2026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1EC7868F-6B80-ABDD-9213-39272B40B1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5B76766D-0D17-B97D-D2E8-6FD200757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3E6DA-C524-462D-92D1-1C58DB20058F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88974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ECB7C4E-2F13-FABF-54AD-4F7FAC056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EB908677-35D0-288C-6F12-2537956B3C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E506F0F3-85F2-6265-3C6C-524C75CE1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82265-F922-41C3-B2AC-A72FE94C3D84}" type="datetimeFigureOut">
              <a:rPr lang="nl-NL" smtClean="0"/>
              <a:t>22-9-2026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19B333CB-872B-B312-F5BC-64F43EC4E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C646304E-25A6-E0F8-4930-40B4A35F0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3E6DA-C524-462D-92D1-1C58DB20058F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32688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8492A89-C368-0F44-9456-C63A626A3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4AB9B2A9-2668-8385-812D-185DB905D6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B430D64A-CFD7-2015-7CC4-7FB71050F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82265-F922-41C3-B2AC-A72FE94C3D84}" type="datetimeFigureOut">
              <a:rPr lang="nl-NL" smtClean="0"/>
              <a:t>22-9-2026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AF117931-E1F9-79BF-568E-587994AAC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A7CA107B-5B78-CD1A-3D3B-CCEAA7447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3E6DA-C524-462D-92D1-1C58DB20058F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358307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C0F6600-B37A-DB79-95B0-BEC35696D4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5F0CF07-3978-DE77-BEEE-993D1B8264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529C763E-B991-9CC3-4A65-54A43D74D7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A152A52C-54E3-55C7-E2F6-056D70AC4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82265-F922-41C3-B2AC-A72FE94C3D84}" type="datetimeFigureOut">
              <a:rPr lang="nl-NL" smtClean="0"/>
              <a:t>22-9-2026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B3966683-C609-8552-6DDE-91FE27697D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582DDEC1-3320-7487-AB74-8283E94AA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3E6DA-C524-462D-92D1-1C58DB20058F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968133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FD825E3-EC5C-FBFF-0BFF-DC0E1DEE0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5B8352C5-4EA3-5BB7-9693-6711D9C075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3A46BD60-286A-C988-6B2D-1742D52F64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6776BB19-ED4E-B749-27BB-BD8D5B7CFC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9934146C-5295-5173-B8D5-D5958904DF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9245107C-6959-6CC3-EE96-6DB3C3166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82265-F922-41C3-B2AC-A72FE94C3D84}" type="datetimeFigureOut">
              <a:rPr lang="nl-NL" smtClean="0"/>
              <a:t>22-9-2026</a:t>
            </a:fld>
            <a:endParaRPr lang="nl-NL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EAFA6C7B-0AD4-40DC-192E-26131F213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8E2324DE-E6A0-06AE-0CB2-1CDCC2B9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3E6DA-C524-462D-92D1-1C58DB20058F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663737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C8774F9-D295-350A-D911-2B89B5F2B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C9553F3A-9BE5-4DFA-BAA1-FEFA06953D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82265-F922-41C3-B2AC-A72FE94C3D84}" type="datetimeFigureOut">
              <a:rPr lang="nl-NL" smtClean="0"/>
              <a:t>22-9-2026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C825C09E-B83D-BDF2-4745-184C4231E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5E463F87-B1AC-C5F2-669E-5B5418B41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3E6DA-C524-462D-92D1-1C58DB20058F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649541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21D14872-DB78-BFA2-11F7-045C41671E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82265-F922-41C3-B2AC-A72FE94C3D84}" type="datetimeFigureOut">
              <a:rPr lang="nl-NL" smtClean="0"/>
              <a:t>22-9-2026</a:t>
            </a:fld>
            <a:endParaRPr lang="nl-NL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40B7C7AE-87EC-9D0A-16C9-87FED944A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9F64AC09-DBFF-5636-0D68-27FB54B4A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3E6DA-C524-462D-92D1-1C58DB20058F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06189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E2B0828-4E2A-EEC3-9339-8103CCBDF8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992DDCE2-E2A0-847B-EC34-F276A729E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DA84FC43-6C07-B357-63E1-DA773F8B38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852F8871-5CAA-6807-4D48-9328AA9D6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82265-F922-41C3-B2AC-A72FE94C3D84}" type="datetimeFigureOut">
              <a:rPr lang="nl-NL" smtClean="0"/>
              <a:t>22-9-2026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8CC9FFDD-B95B-4ED3-7471-49BA2B7B9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CE30C1B8-61DD-850F-5A97-AFC101C34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3E6DA-C524-462D-92D1-1C58DB20058F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297643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65C9586-7533-F94A-1223-B2948D265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3B73A1EC-5CBF-4938-ED9A-8E5C158037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8948BC7A-F9BD-4823-DA87-3D02508DA5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7C137C86-85D3-0AB6-FAA7-A0F015BDF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82265-F922-41C3-B2AC-A72FE94C3D84}" type="datetimeFigureOut">
              <a:rPr lang="nl-NL" smtClean="0"/>
              <a:t>22-9-2026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FEF97029-464B-D732-1118-AA46C12F0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BC797A71-AE35-81FC-5D23-6A63F5E25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3E6DA-C524-462D-92D1-1C58DB20058F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549418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1DEE4A6-3633-8DE3-EBC9-AA89133ED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8D97CD67-D93B-2A86-B59F-D328A45708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338BE935-6579-AC95-E957-6F3B69E8D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82265-F922-41C3-B2AC-A72FE94C3D84}" type="datetimeFigureOut">
              <a:rPr lang="nl-NL" smtClean="0"/>
              <a:t>22-9-2026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4D149B1F-8466-0417-9215-059AEDD16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A1B34044-733B-6D64-1103-C3576A7BC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3E6DA-C524-462D-92D1-1C58DB20058F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918530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0040E23F-4970-64D5-E88B-4DA34D0C8A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6ECF398A-1551-8154-4982-89A842CC90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5916FA59-7051-B1DB-76D1-A523DA87B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82265-F922-41C3-B2AC-A72FE94C3D84}" type="datetimeFigureOut">
              <a:rPr lang="nl-NL" smtClean="0"/>
              <a:t>22-9-2026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A28C231E-BFEE-A053-40DC-A0E99C8BB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EA695A83-FB36-425E-A8A6-7DD850AEE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3E6DA-C524-462D-92D1-1C58DB20058F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0055833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51770D79-93BD-647D-37F7-FC72DF95D1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4A9F62A9-D2AF-C13A-D842-0D539105D5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4A8273FC-E15B-8779-6A37-A287122626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082265-F922-41C3-B2AC-A72FE94C3D84}" type="datetimeFigureOut">
              <a:rPr lang="nl-NL" smtClean="0"/>
              <a:t>22-9-2026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BAF47B84-5F3C-6475-C431-1F624A5618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7B6863F-48AF-538D-FD03-07527DA002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43E6DA-C524-462D-92D1-1C58DB20058F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2355375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1AE0E79-D691-1902-CCBC-482CC317ECF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dirty="0"/>
              <a:t>Matrix Transpose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90396D0E-6AA9-F9DA-9521-B0B2EF38F2E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NL" dirty="0" err="1"/>
              <a:t>By</a:t>
            </a:r>
            <a:r>
              <a:rPr lang="nl-NL" dirty="0"/>
              <a:t> </a:t>
            </a:r>
            <a:r>
              <a:rPr lang="nl-NL" dirty="0" err="1"/>
              <a:t>Hurles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0617467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1188z)">
            <a:extLst>
              <a:ext uri="{FF2B5EF4-FFF2-40B4-BE49-F238E27FC236}">
                <a16:creationId xmlns:a16="http://schemas.microsoft.com/office/drawing/2014/main" id="{53F3E78C-D9A1-5859-C9B8-FA742C64B082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04900"/>
            <a:ext cx="12192000" cy="464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89056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1189)">
            <a:extLst>
              <a:ext uri="{FF2B5EF4-FFF2-40B4-BE49-F238E27FC236}">
                <a16:creationId xmlns:a16="http://schemas.microsoft.com/office/drawing/2014/main" id="{8A2A4E68-5830-6B5F-CC33-1F6AE3A6CEA5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14400"/>
            <a:ext cx="12192000" cy="5027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76857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1190)">
            <a:extLst>
              <a:ext uri="{FF2B5EF4-FFF2-40B4-BE49-F238E27FC236}">
                <a16:creationId xmlns:a16="http://schemas.microsoft.com/office/drawing/2014/main" id="{79B317D4-A2CC-1390-D667-7BE41B90ED2F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03300"/>
            <a:ext cx="12192000" cy="485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30368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1192)">
            <a:extLst>
              <a:ext uri="{FF2B5EF4-FFF2-40B4-BE49-F238E27FC236}">
                <a16:creationId xmlns:a16="http://schemas.microsoft.com/office/drawing/2014/main" id="{D2649937-68ED-5B20-8CEA-54C3D35E1A33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54100"/>
            <a:ext cx="12192000" cy="4748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21818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Afbeelding 4">
            <a:extLst>
              <a:ext uri="{FF2B5EF4-FFF2-40B4-BE49-F238E27FC236}">
                <a16:creationId xmlns:a16="http://schemas.microsoft.com/office/drawing/2014/main" id="{68DA6877-BDBB-EE30-C18E-49670B1A51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40933"/>
            <a:ext cx="12192000" cy="5776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6230495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</Words>
  <Application>Microsoft Office PowerPoint</Application>
  <PresentationFormat>Breedbeeld</PresentationFormat>
  <Paragraphs>3</Paragraphs>
  <Slides>6</Slides>
  <Notes>1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Kantoorthema</vt:lpstr>
      <vt:lpstr>Matrix Transpose</vt:lpstr>
      <vt:lpstr>PowerPoint-presentatie</vt:lpstr>
      <vt:lpstr>PowerPoint-presentatie</vt:lpstr>
      <vt:lpstr>PowerPoint-presentatie</vt:lpstr>
      <vt:lpstr>PowerPoint-presentatie</vt:lpstr>
      <vt:lpstr>PowerPoint-presentatie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William van Gelderen</dc:creator>
  <cp:lastModifiedBy>William van Gelderen</cp:lastModifiedBy>
  <cp:revision>2</cp:revision>
  <dcterms:created xsi:type="dcterms:W3CDTF">2026-09-22T12:01:14Z</dcterms:created>
  <dcterms:modified xsi:type="dcterms:W3CDTF">2026-09-22T12:06:00Z</dcterms:modified>
</cp:coreProperties>
</file>
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CECD8-32D0-9E7D-B349-92428E1C9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24F7720-DDB7-5C8B-E616-39AC244C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AE3FF62-BA10-0235-E956-43E854E4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7947D8D-74F1-CC9A-46C3-BFC722B1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8FF287-D646-90A8-7045-81667016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066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2F1BAD-70CB-0BE3-D8E4-A9E307CA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244FF5-B9D0-0C72-88F6-40E6EE43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31DD3EB-BA66-9205-628A-A70566103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48E8FFE-A279-0D99-072A-66449134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6530FA0-38A3-E51C-53BD-B1E18E26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698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160136-BCDA-B313-DCD2-21EA776F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72D34E-0ADB-12F8-5538-69A4C7A9E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2F7948-89F5-A808-61B4-5DEE287B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24F2861-C302-2EFA-88E6-8C749C60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30132FE-454C-8798-9207-53B6B6E6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4186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379F9-0DE1-27FD-5426-6C45FBB2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F84FC5-5E1F-C049-B1B2-6B2FF00D0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7811852-E6F4-61F8-9C4E-924FC3204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E3968CB-5F45-97EB-0B1C-C02BAF82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B5AC49-BF57-41B1-1C8E-FF918153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6ED83F-C3EB-7A76-BD5C-2E02D292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590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C4F2F-9C42-BE12-B8CC-7B9A7B3C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5745644-E8B3-B752-D05A-7DD9B8FAE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A2DBDC6-9FFF-4E94-D1ED-0E24F8B7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3F4AB01-2C78-3530-E9B0-35550891E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9E237F1-EF4E-DF19-D96B-9374A66E0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02689C4-17D4-A22C-4A0A-38E0FF6B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7E3E538-3FA3-356E-199C-81C2914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6E5AA3B-0DC5-1813-EDE3-405BC762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682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051F8-F2F1-00A3-E56A-1500CF70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EF848F-869F-B903-9C8B-E437E7A6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C4FB7EC-684F-A444-F336-BD996F20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AE96E0E-2003-6393-608B-CD262B41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65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EEFC865-8FD2-E4B1-695E-A49DBABD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54E829F-5A03-8E47-9A2D-A02C7905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0B107F1-63F9-F225-3329-744C3D1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36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7F800-3ED5-FA93-7954-9FE00E8A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0A9B0D-74B7-4B28-AC02-E63A67286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CCE1AEE-9025-518A-964B-0BFA26DCC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E706D36-F755-CF46-D18F-E5C1AE32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43E9927-1E84-AF4D-9E24-CF658206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B0F820A-5E3D-ECEA-5604-417AFEF4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300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9891E-BE0A-C8C4-4022-61F508D6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4CFE753-4F77-B81A-8FA1-CA24AA398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C65F138-00B0-CEB7-C8D5-EBE39518E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1B799D5-A996-5766-8AE0-CCC5E15C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223E9F0-C688-DFD4-E60E-7AA15F2A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F3E8249-C51F-1597-B156-CADC4313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39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C736F-E3EB-A438-BD6F-3CD2CBD0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5DF78E9-E93F-28C4-CC91-9D2AA3832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3E4ED5B-7F1A-0362-8E6C-282E7B99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9C24C2E-9E8E-204B-DEFF-392B98D1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F005051-C3DE-36E9-8016-23E796B3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465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4BC0BA9-488A-5EBF-DE43-ADF05C660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FAC4C08-4F45-A2C6-C258-2D9B6B4BC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8FA76B-955B-80CE-6328-30ECD456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23F2043-4EE8-148D-9A33-0A05E5DF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FF633A-3174-319D-4879-12B95B02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6614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156F3B6-9390-51B3-DE47-A6A48065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2564D20-031E-E1D9-DADE-43C44D778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F4655CB-9A05-D012-4967-3943B0191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D7F03-D86A-48C5-8946-887D1541258C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81F52F-CA19-3ACA-B1FD-33F1FEC8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B3D0F95-1896-DAD0-F162-6F7249994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B1B92-9A90-4D8E-BA9F-11CB551F5D8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5943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16006-E206-6E92-8632-40F6A2F7D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Gauss-Jordan </a:t>
            </a:r>
            <a:r>
              <a:rPr lang="nl-NL" dirty="0" err="1"/>
              <a:t>elimination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653545-5A99-BAE5-288A-F568AA5CA1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7681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50)">
            <a:extLst>
              <a:ext uri="{FF2B5EF4-FFF2-40B4-BE49-F238E27FC236}">
                <a16:creationId xmlns:a16="http://schemas.microsoft.com/office/drawing/2014/main" id="{8AF80087-005F-86C4-6008-95B78A6FC6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8513"/>
            <a:ext cx="12192000" cy="525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5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51)">
            <a:extLst>
              <a:ext uri="{FF2B5EF4-FFF2-40B4-BE49-F238E27FC236}">
                <a16:creationId xmlns:a16="http://schemas.microsoft.com/office/drawing/2014/main" id="{C608FD77-F7F4-8A23-F522-B23F903469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12192000" cy="58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0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52)">
            <a:extLst>
              <a:ext uri="{FF2B5EF4-FFF2-40B4-BE49-F238E27FC236}">
                <a16:creationId xmlns:a16="http://schemas.microsoft.com/office/drawing/2014/main" id="{98FED743-AF85-3B2E-7000-D506B0B6E79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3" y="0"/>
            <a:ext cx="11814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7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54)">
            <a:extLst>
              <a:ext uri="{FF2B5EF4-FFF2-40B4-BE49-F238E27FC236}">
                <a16:creationId xmlns:a16="http://schemas.microsoft.com/office/drawing/2014/main" id="{F575A6C0-BDC9-2932-B54A-DA49800311E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550"/>
            <a:ext cx="12192000" cy="61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1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59)">
            <a:extLst>
              <a:ext uri="{FF2B5EF4-FFF2-40B4-BE49-F238E27FC236}">
                <a16:creationId xmlns:a16="http://schemas.microsoft.com/office/drawing/2014/main" id="{33A61350-11E3-9C5E-44D4-9A39A464E4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3" y="0"/>
            <a:ext cx="11736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0)">
            <a:extLst>
              <a:ext uri="{FF2B5EF4-FFF2-40B4-BE49-F238E27FC236}">
                <a16:creationId xmlns:a16="http://schemas.microsoft.com/office/drawing/2014/main" id="{C813168F-58A1-8E4E-3213-4126099449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0325"/>
            <a:ext cx="12192000" cy="419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80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1)">
            <a:extLst>
              <a:ext uri="{FF2B5EF4-FFF2-40B4-BE49-F238E27FC236}">
                <a16:creationId xmlns:a16="http://schemas.microsoft.com/office/drawing/2014/main" id="{A9C082D0-ACD6-8EED-4CF4-BDC6B43C71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238"/>
            <a:ext cx="12192000" cy="661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8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2)">
            <a:extLst>
              <a:ext uri="{FF2B5EF4-FFF2-40B4-BE49-F238E27FC236}">
                <a16:creationId xmlns:a16="http://schemas.microsoft.com/office/drawing/2014/main" id="{A52E7981-5A77-CA88-873D-86F4E52062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5038"/>
            <a:ext cx="12192000" cy="49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4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3)">
            <a:extLst>
              <a:ext uri="{FF2B5EF4-FFF2-40B4-BE49-F238E27FC236}">
                <a16:creationId xmlns:a16="http://schemas.microsoft.com/office/drawing/2014/main" id="{917428FD-A48B-CA1F-E1FA-BE2DFB3360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050"/>
            <a:ext cx="12192000" cy="63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5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5)">
            <a:extLst>
              <a:ext uri="{FF2B5EF4-FFF2-40B4-BE49-F238E27FC236}">
                <a16:creationId xmlns:a16="http://schemas.microsoft.com/office/drawing/2014/main" id="{AC431E06-EF4B-D17F-702C-C18B5CAB1BF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1413"/>
            <a:ext cx="12192000" cy="457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5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6)">
            <a:extLst>
              <a:ext uri="{FF2B5EF4-FFF2-40B4-BE49-F238E27FC236}">
                <a16:creationId xmlns:a16="http://schemas.microsoft.com/office/drawing/2014/main" id="{F8EF2C1A-B08A-824B-8749-7E425BF587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175"/>
            <a:ext cx="12192000" cy="608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67)">
            <a:extLst>
              <a:ext uri="{FF2B5EF4-FFF2-40B4-BE49-F238E27FC236}">
                <a16:creationId xmlns:a16="http://schemas.microsoft.com/office/drawing/2014/main" id="{9E097BDE-E909-A57C-6CEE-8731B23467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0"/>
            <a:ext cx="11536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0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0)">
            <a:extLst>
              <a:ext uri="{FF2B5EF4-FFF2-40B4-BE49-F238E27FC236}">
                <a16:creationId xmlns:a16="http://schemas.microsoft.com/office/drawing/2014/main" id="{5DDB0888-9BBA-3E75-F8CD-BA1D845A143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3738"/>
            <a:ext cx="12192000" cy="546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5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1)">
            <a:extLst>
              <a:ext uri="{FF2B5EF4-FFF2-40B4-BE49-F238E27FC236}">
                <a16:creationId xmlns:a16="http://schemas.microsoft.com/office/drawing/2014/main" id="{0B350E94-D232-C54C-F793-202A2F9F29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5675"/>
            <a:ext cx="12192000" cy="494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92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3)">
            <a:extLst>
              <a:ext uri="{FF2B5EF4-FFF2-40B4-BE49-F238E27FC236}">
                <a16:creationId xmlns:a16="http://schemas.microsoft.com/office/drawing/2014/main" id="{874D58F7-253F-1635-60AF-5A99078BBA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175"/>
            <a:ext cx="12192000" cy="583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68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4)">
            <a:extLst>
              <a:ext uri="{FF2B5EF4-FFF2-40B4-BE49-F238E27FC236}">
                <a16:creationId xmlns:a16="http://schemas.microsoft.com/office/drawing/2014/main" id="{EF8A42EB-B14D-65DA-4788-5EBD985F40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950"/>
            <a:ext cx="12192000" cy="486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19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5)">
            <a:extLst>
              <a:ext uri="{FF2B5EF4-FFF2-40B4-BE49-F238E27FC236}">
                <a16:creationId xmlns:a16="http://schemas.microsoft.com/office/drawing/2014/main" id="{6B01C569-1F4B-663B-7348-6A965C9DB1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6288"/>
            <a:ext cx="121920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82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7)">
            <a:extLst>
              <a:ext uri="{FF2B5EF4-FFF2-40B4-BE49-F238E27FC236}">
                <a16:creationId xmlns:a16="http://schemas.microsoft.com/office/drawing/2014/main" id="{C18D6DE8-0093-DB01-E2EA-2C0C301DA0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550"/>
            <a:ext cx="12192000" cy="5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5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78)">
            <a:extLst>
              <a:ext uri="{FF2B5EF4-FFF2-40B4-BE49-F238E27FC236}">
                <a16:creationId xmlns:a16="http://schemas.microsoft.com/office/drawing/2014/main" id="{E645E14C-B552-CF41-7ABF-A14A8C77400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875"/>
            <a:ext cx="12192000" cy="53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51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0)">
            <a:extLst>
              <a:ext uri="{FF2B5EF4-FFF2-40B4-BE49-F238E27FC236}">
                <a16:creationId xmlns:a16="http://schemas.microsoft.com/office/drawing/2014/main" id="{7CF09EA2-A433-1A2D-5153-706FC2F10E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525"/>
            <a:ext cx="12192000" cy="55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6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1)">
            <a:extLst>
              <a:ext uri="{FF2B5EF4-FFF2-40B4-BE49-F238E27FC236}">
                <a16:creationId xmlns:a16="http://schemas.microsoft.com/office/drawing/2014/main" id="{EF7DB734-C0E1-FDBD-F795-E1E9B99BA9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450"/>
            <a:ext cx="12192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85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2)">
            <a:extLst>
              <a:ext uri="{FF2B5EF4-FFF2-40B4-BE49-F238E27FC236}">
                <a16:creationId xmlns:a16="http://schemas.microsoft.com/office/drawing/2014/main" id="{B44E11B0-74E7-C465-3C52-BC6A8B533F8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175"/>
            <a:ext cx="12192000" cy="35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85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4)">
            <a:extLst>
              <a:ext uri="{FF2B5EF4-FFF2-40B4-BE49-F238E27FC236}">
                <a16:creationId xmlns:a16="http://schemas.microsoft.com/office/drawing/2014/main" id="{A2F6BD75-DB9B-7661-CC15-15BAC9C743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5" y="0"/>
            <a:ext cx="11726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09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5)">
            <a:extLst>
              <a:ext uri="{FF2B5EF4-FFF2-40B4-BE49-F238E27FC236}">
                <a16:creationId xmlns:a16="http://schemas.microsoft.com/office/drawing/2014/main" id="{24EA1B40-DA81-C58F-F45F-D017F7687E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2388"/>
            <a:ext cx="12192000" cy="42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43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6)">
            <a:extLst>
              <a:ext uri="{FF2B5EF4-FFF2-40B4-BE49-F238E27FC236}">
                <a16:creationId xmlns:a16="http://schemas.microsoft.com/office/drawing/2014/main" id="{02B8633D-9679-1E2E-0A1C-F13095DFBD2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925"/>
            <a:ext cx="12192000" cy="55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44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7)">
            <a:extLst>
              <a:ext uri="{FF2B5EF4-FFF2-40B4-BE49-F238E27FC236}">
                <a16:creationId xmlns:a16="http://schemas.microsoft.com/office/drawing/2014/main" id="{4341B3C8-10BE-A262-7B47-2E74AF8F773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88" y="0"/>
            <a:ext cx="11122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9795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Breedbeeld</PresentationFormat>
  <Paragraphs>2</Paragraphs>
  <Slides>27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Kantoorthema</vt:lpstr>
      <vt:lpstr>Gauss-Jordan elimination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2026-09-21T15:20:59Z</dcterms:created>
  <dcterms:modified xsi:type="dcterms:W3CDTF">2026-09-21T15:22:22Z</dcterms:modified>
</cp:coreProperties>
</file>